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82" r:id="rId1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Welcome" id="{3374D542-6E3E-455F-9BFB-B45891911720}">
          <p14:sldIdLst>
            <p14:sldId id="256"/>
            <p14:sldId id="257"/>
          </p14:sldIdLst>
        </p14:section>
        <p14:section name="Search for 3D Models" id="{6844172C-9703-4DC7-908A-C23538616A3C}">
          <p14:sldIdLst>
            <p14:sldId id="258"/>
            <p14:sldId id="259"/>
          </p14:sldIdLst>
        </p14:section>
        <p14:section name="Insert a 3D Model from a File" id="{66737F24-1C36-4DF4-A00F-927A3F1468AC}">
          <p14:sldIdLst>
            <p14:sldId id="260"/>
          </p14:sldIdLst>
        </p14:section>
        <p14:section name="Position and Rotate Your 3D Model" id="{A08F0015-E7F5-4E26-BBAF-AEE4F9A16AD2}">
          <p14:sldIdLst>
            <p14:sldId id="261"/>
            <p14:sldId id="262"/>
          </p14:sldIdLst>
        </p14:section>
        <p14:section name="Animate Your 3D Model" id="{B62868DA-F525-4AC5-9E3E-39ECA0154BBD}">
          <p14:sldIdLst>
            <p14:sldId id="263"/>
            <p14:sldId id="264"/>
          </p14:sldIdLst>
        </p14:section>
        <p14:section name="Learn More" id="{62756D7E-964E-493A-83A1-13BC0B6B5E47}">
          <p14:sldIdLst>
            <p14:sldId id="282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5F5F5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6491F10-1BF5-4D57-AF48-31C810425E38}" v="37" dt="2026-01-22T17:21:43.520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598" autoAdjust="0"/>
  </p:normalViewPr>
  <p:slideViewPr>
    <p:cSldViewPr snapToGrid="0">
      <p:cViewPr varScale="1">
        <p:scale>
          <a:sx n="78" d="100"/>
          <a:sy n="78" d="100"/>
        </p:scale>
        <p:origin x="878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18" Type="http://schemas.microsoft.com/office/2015/10/relationships/revisionInfo" Target="revisionInfo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microsoft.com/office/2016/11/relationships/changesInfo" Target="changesInfos/changesInfo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patibandla.jagruthi8414@gmail.com" userId="b7aef5ca1a543438" providerId="LiveId" clId="{C064DD0B-175B-4F91-9F9F-E4DFF6575C29}"/>
    <pc:docChg chg="undo custSel modSld">
      <pc:chgData name="patibandla.jagruthi8414@gmail.com" userId="b7aef5ca1a543438" providerId="LiveId" clId="{C064DD0B-175B-4F91-9F9F-E4DFF6575C29}" dt="2026-01-22T17:21:58.738" v="1600" actId="14100"/>
      <pc:docMkLst>
        <pc:docMk/>
      </pc:docMkLst>
      <pc:sldChg chg="addSp delSp modSp mod setBg chgLayout">
        <pc:chgData name="patibandla.jagruthi8414@gmail.com" userId="b7aef5ca1a543438" providerId="LiveId" clId="{C064DD0B-175B-4F91-9F9F-E4DFF6575C29}" dt="2026-01-22T16:30:35.933" v="618" actId="14100"/>
        <pc:sldMkLst>
          <pc:docMk/>
          <pc:sldMk cId="3855108150" sldId="257"/>
        </pc:sldMkLst>
        <pc:spChg chg="mod ord">
          <ac:chgData name="patibandla.jagruthi8414@gmail.com" userId="b7aef5ca1a543438" providerId="LiveId" clId="{C064DD0B-175B-4F91-9F9F-E4DFF6575C29}" dt="2026-01-22T16:21:39.919" v="436" actId="700"/>
          <ac:spMkLst>
            <pc:docMk/>
            <pc:sldMk cId="3855108150" sldId="257"/>
            <ac:spMk id="2" creationId="{2A31795B-A93A-416C-8052-FAF4D9073E67}"/>
          </ac:spMkLst>
        </pc:spChg>
        <pc:spChg chg="mod">
          <ac:chgData name="patibandla.jagruthi8414@gmail.com" userId="b7aef5ca1a543438" providerId="LiveId" clId="{C064DD0B-175B-4F91-9F9F-E4DFF6575C29}" dt="2026-01-22T16:21:24.739" v="435" actId="14100"/>
          <ac:spMkLst>
            <pc:docMk/>
            <pc:sldMk cId="3855108150" sldId="257"/>
            <ac:spMk id="4" creationId="{5D483DB7-3925-4129-9AB3-FF75028415D3}"/>
          </ac:spMkLst>
        </pc:spChg>
        <pc:spChg chg="del mod">
          <ac:chgData name="patibandla.jagruthi8414@gmail.com" userId="b7aef5ca1a543438" providerId="LiveId" clId="{C064DD0B-175B-4F91-9F9F-E4DFF6575C29}" dt="2026-01-22T16:17:32.226" v="29" actId="478"/>
          <ac:spMkLst>
            <pc:docMk/>
            <pc:sldMk cId="3855108150" sldId="257"/>
            <ac:spMk id="5" creationId="{CAA61E68-C8F4-4610-BC1E-4D08000B9C76}"/>
          </ac:spMkLst>
        </pc:spChg>
        <pc:spChg chg="del mod">
          <ac:chgData name="patibandla.jagruthi8414@gmail.com" userId="b7aef5ca1a543438" providerId="LiveId" clId="{C064DD0B-175B-4F91-9F9F-E4DFF6575C29}" dt="2026-01-22T16:17:39.747" v="33"/>
          <ac:spMkLst>
            <pc:docMk/>
            <pc:sldMk cId="3855108150" sldId="257"/>
            <ac:spMk id="6" creationId="{F7E77654-B14A-463A-9892-AB5ABE4D5E5E}"/>
          </ac:spMkLst>
        </pc:spChg>
        <pc:spChg chg="del mod">
          <ac:chgData name="patibandla.jagruthi8414@gmail.com" userId="b7aef5ca1a543438" providerId="LiveId" clId="{C064DD0B-175B-4F91-9F9F-E4DFF6575C29}" dt="2026-01-22T16:20:47.429" v="293" actId="478"/>
          <ac:spMkLst>
            <pc:docMk/>
            <pc:sldMk cId="3855108150" sldId="257"/>
            <ac:spMk id="7" creationId="{793D8DEF-3B62-4E96-9D4A-0030ACE85CE5}"/>
          </ac:spMkLst>
        </pc:spChg>
        <pc:spChg chg="del mod">
          <ac:chgData name="patibandla.jagruthi8414@gmail.com" userId="b7aef5ca1a543438" providerId="LiveId" clId="{C064DD0B-175B-4F91-9F9F-E4DFF6575C29}" dt="2026-01-22T16:19:18.632" v="197"/>
          <ac:spMkLst>
            <pc:docMk/>
            <pc:sldMk cId="3855108150" sldId="257"/>
            <ac:spMk id="8" creationId="{B50B1AB8-F700-4516-825B-6175463CCD3C}"/>
          </ac:spMkLst>
        </pc:spChg>
        <pc:spChg chg="mod">
          <ac:chgData name="patibandla.jagruthi8414@gmail.com" userId="b7aef5ca1a543438" providerId="LiveId" clId="{C064DD0B-175B-4F91-9F9F-E4DFF6575C29}" dt="2026-01-22T16:17:51.999" v="35" actId="478"/>
          <ac:spMkLst>
            <pc:docMk/>
            <pc:sldMk cId="3855108150" sldId="257"/>
            <ac:spMk id="10" creationId="{10E7FCA4-3412-493F-BCF2-4FD94D4BBD84}"/>
          </ac:spMkLst>
        </pc:spChg>
        <pc:spChg chg="mod">
          <ac:chgData name="patibandla.jagruthi8414@gmail.com" userId="b7aef5ca1a543438" providerId="LiveId" clId="{C064DD0B-175B-4F91-9F9F-E4DFF6575C29}" dt="2026-01-22T16:17:51.999" v="35" actId="478"/>
          <ac:spMkLst>
            <pc:docMk/>
            <pc:sldMk cId="3855108150" sldId="257"/>
            <ac:spMk id="11" creationId="{269E6021-A768-4A36-97E2-2B1B9A39E4AF}"/>
          </ac:spMkLst>
        </pc:spChg>
        <pc:spChg chg="del">
          <ac:chgData name="patibandla.jagruthi8414@gmail.com" userId="b7aef5ca1a543438" providerId="LiveId" clId="{C064DD0B-175B-4F91-9F9F-E4DFF6575C29}" dt="2026-01-22T16:17:39.745" v="31" actId="478"/>
          <ac:spMkLst>
            <pc:docMk/>
            <pc:sldMk cId="3855108150" sldId="257"/>
            <ac:spMk id="14" creationId="{FAC7ED2B-27A0-4C17-AA7E-28B80EE37F77}"/>
          </ac:spMkLst>
        </pc:spChg>
        <pc:spChg chg="mod">
          <ac:chgData name="patibandla.jagruthi8414@gmail.com" userId="b7aef5ca1a543438" providerId="LiveId" clId="{C064DD0B-175B-4F91-9F9F-E4DFF6575C29}" dt="2026-01-22T16:17:51.999" v="35" actId="478"/>
          <ac:spMkLst>
            <pc:docMk/>
            <pc:sldMk cId="3855108150" sldId="257"/>
            <ac:spMk id="17" creationId="{7DB184CB-D59B-47EA-AF3A-A8030084ED7C}"/>
          </ac:spMkLst>
        </pc:spChg>
        <pc:spChg chg="del mod">
          <ac:chgData name="patibandla.jagruthi8414@gmail.com" userId="b7aef5ca1a543438" providerId="LiveId" clId="{C064DD0B-175B-4F91-9F9F-E4DFF6575C29}" dt="2026-01-22T16:17:51.999" v="35" actId="478"/>
          <ac:spMkLst>
            <pc:docMk/>
            <pc:sldMk cId="3855108150" sldId="257"/>
            <ac:spMk id="18" creationId="{E5754B27-BB40-493C-8E2B-A74B872CE3F8}"/>
          </ac:spMkLst>
        </pc:spChg>
        <pc:spChg chg="mod">
          <ac:chgData name="patibandla.jagruthi8414@gmail.com" userId="b7aef5ca1a543438" providerId="LiveId" clId="{C064DD0B-175B-4F91-9F9F-E4DFF6575C29}" dt="2026-01-22T16:17:51.999" v="35" actId="478"/>
          <ac:spMkLst>
            <pc:docMk/>
            <pc:sldMk cId="3855108150" sldId="257"/>
            <ac:spMk id="19" creationId="{CAE3FD76-2DD1-4238-84C7-21A1F1D7E8EB}"/>
          </ac:spMkLst>
        </pc:spChg>
        <pc:spChg chg="mod">
          <ac:chgData name="patibandla.jagruthi8414@gmail.com" userId="b7aef5ca1a543438" providerId="LiveId" clId="{C064DD0B-175B-4F91-9F9F-E4DFF6575C29}" dt="2026-01-22T16:17:51.999" v="35" actId="478"/>
          <ac:spMkLst>
            <pc:docMk/>
            <pc:sldMk cId="3855108150" sldId="257"/>
            <ac:spMk id="20" creationId="{6E8C7F5F-72D8-4D10-A4D9-7562B4C912B1}"/>
          </ac:spMkLst>
        </pc:spChg>
        <pc:spChg chg="mod">
          <ac:chgData name="patibandla.jagruthi8414@gmail.com" userId="b7aef5ca1a543438" providerId="LiveId" clId="{C064DD0B-175B-4F91-9F9F-E4DFF6575C29}" dt="2026-01-22T16:17:51.999" v="35" actId="478"/>
          <ac:spMkLst>
            <pc:docMk/>
            <pc:sldMk cId="3855108150" sldId="257"/>
            <ac:spMk id="21" creationId="{1F42594E-06CD-49A9-A9A1-365B5D497C3D}"/>
          </ac:spMkLst>
        </pc:spChg>
        <pc:spChg chg="mod">
          <ac:chgData name="patibandla.jagruthi8414@gmail.com" userId="b7aef5ca1a543438" providerId="LiveId" clId="{C064DD0B-175B-4F91-9F9F-E4DFF6575C29}" dt="2026-01-22T16:17:59.529" v="45" actId="20577"/>
          <ac:spMkLst>
            <pc:docMk/>
            <pc:sldMk cId="3855108150" sldId="257"/>
            <ac:spMk id="32" creationId="{0D4EB70A-0A14-4B27-B499-59D76007ABA8}"/>
          </ac:spMkLst>
        </pc:spChg>
        <pc:spChg chg="add mod">
          <ac:chgData name="patibandla.jagruthi8414@gmail.com" userId="b7aef5ca1a543438" providerId="LiveId" clId="{C064DD0B-175B-4F91-9F9F-E4DFF6575C29}" dt="2026-01-22T16:30:35.933" v="618" actId="14100"/>
          <ac:spMkLst>
            <pc:docMk/>
            <pc:sldMk cId="3855108150" sldId="257"/>
            <ac:spMk id="34" creationId="{4C36A935-E5C7-C0F9-54E2-4AEE9E49FFC2}"/>
          </ac:spMkLst>
        </pc:spChg>
        <pc:grpChg chg="del mod">
          <ac:chgData name="patibandla.jagruthi8414@gmail.com" userId="b7aef5ca1a543438" providerId="LiveId" clId="{C064DD0B-175B-4F91-9F9F-E4DFF6575C29}" dt="2026-01-22T16:17:53.299" v="36" actId="478"/>
          <ac:grpSpMkLst>
            <pc:docMk/>
            <pc:sldMk cId="3855108150" sldId="257"/>
            <ac:grpSpMk id="9" creationId="{924FAB36-8DBD-4698-B240-7634FDAAC8B7}"/>
          </ac:grpSpMkLst>
        </pc:grpChg>
        <pc:grpChg chg="mod">
          <ac:chgData name="patibandla.jagruthi8414@gmail.com" userId="b7aef5ca1a543438" providerId="LiveId" clId="{C064DD0B-175B-4F91-9F9F-E4DFF6575C29}" dt="2026-01-22T16:17:51.999" v="35" actId="478"/>
          <ac:grpSpMkLst>
            <pc:docMk/>
            <pc:sldMk cId="3855108150" sldId="257"/>
            <ac:grpSpMk id="12" creationId="{1E293B5C-A808-43E2-ABC7-0D662783438C}"/>
          </ac:grpSpMkLst>
        </pc:grpChg>
        <pc:grpChg chg="del">
          <ac:chgData name="patibandla.jagruthi8414@gmail.com" userId="b7aef5ca1a543438" providerId="LiveId" clId="{C064DD0B-175B-4F91-9F9F-E4DFF6575C29}" dt="2026-01-22T16:17:39.745" v="31" actId="478"/>
          <ac:grpSpMkLst>
            <pc:docMk/>
            <pc:sldMk cId="3855108150" sldId="257"/>
            <ac:grpSpMk id="13" creationId="{A2ABFCAA-2489-4148-8F40-6DCB7648C631}"/>
          </ac:grpSpMkLst>
        </pc:grpChg>
        <pc:grpChg chg="mod">
          <ac:chgData name="patibandla.jagruthi8414@gmail.com" userId="b7aef5ca1a543438" providerId="LiveId" clId="{C064DD0B-175B-4F91-9F9F-E4DFF6575C29}" dt="2026-01-22T16:17:51.999" v="35" actId="478"/>
          <ac:grpSpMkLst>
            <pc:docMk/>
            <pc:sldMk cId="3855108150" sldId="257"/>
            <ac:grpSpMk id="15" creationId="{F79CCC39-AB2E-404C-9802-389C2D421349}"/>
          </ac:grpSpMkLst>
        </pc:grpChg>
        <pc:grpChg chg="del">
          <ac:chgData name="patibandla.jagruthi8414@gmail.com" userId="b7aef5ca1a543438" providerId="LiveId" clId="{C064DD0B-175B-4F91-9F9F-E4DFF6575C29}" dt="2026-01-22T16:17:19.653" v="25" actId="478"/>
          <ac:grpSpMkLst>
            <pc:docMk/>
            <pc:sldMk cId="3855108150" sldId="257"/>
            <ac:grpSpMk id="22" creationId="{2740CA73-027D-4FFA-B5C8-FACB4DA7E930}"/>
          </ac:grpSpMkLst>
        </pc:grpChg>
        <pc:picChg chg="del mod">
          <ac:chgData name="patibandla.jagruthi8414@gmail.com" userId="b7aef5ca1a543438" providerId="LiveId" clId="{C064DD0B-175B-4F91-9F9F-E4DFF6575C29}" dt="2026-01-22T16:19:18.632" v="195" actId="478"/>
          <ac:picMkLst>
            <pc:docMk/>
            <pc:sldMk cId="3855108150" sldId="257"/>
            <ac:picMk id="3" creationId="{71F5A0B2-7584-4034-8919-A5F2C482F463}"/>
          </ac:picMkLst>
        </pc:picChg>
      </pc:sldChg>
      <pc:sldChg chg="addSp delSp modSp mod">
        <pc:chgData name="patibandla.jagruthi8414@gmail.com" userId="b7aef5ca1a543438" providerId="LiveId" clId="{C064DD0B-175B-4F91-9F9F-E4DFF6575C29}" dt="2026-01-22T17:20:01.746" v="1589" actId="14100"/>
        <pc:sldMkLst>
          <pc:docMk/>
          <pc:sldMk cId="225163801" sldId="258"/>
        </pc:sldMkLst>
        <pc:spChg chg="mod">
          <ac:chgData name="patibandla.jagruthi8414@gmail.com" userId="b7aef5ca1a543438" providerId="LiveId" clId="{C064DD0B-175B-4F91-9F9F-E4DFF6575C29}" dt="2026-01-22T16:24:10.846" v="481" actId="20577"/>
          <ac:spMkLst>
            <pc:docMk/>
            <pc:sldMk cId="225163801" sldId="258"/>
            <ac:spMk id="2" creationId="{95AB49E1-195D-497A-BB31-2158958CA082}"/>
          </ac:spMkLst>
        </pc:spChg>
        <pc:spChg chg="mod">
          <ac:chgData name="patibandla.jagruthi8414@gmail.com" userId="b7aef5ca1a543438" providerId="LiveId" clId="{C064DD0B-175B-4F91-9F9F-E4DFF6575C29}" dt="2026-01-22T16:25:24.936" v="515" actId="403"/>
          <ac:spMkLst>
            <pc:docMk/>
            <pc:sldMk cId="225163801" sldId="258"/>
            <ac:spMk id="4" creationId="{9E7273F9-59F9-4FB3-9D34-82C64C4F8667}"/>
          </ac:spMkLst>
        </pc:spChg>
        <pc:spChg chg="add del mod">
          <ac:chgData name="patibandla.jagruthi8414@gmail.com" userId="b7aef5ca1a543438" providerId="LiveId" clId="{C064DD0B-175B-4F91-9F9F-E4DFF6575C29}" dt="2026-01-22T16:24:39.764" v="485" actId="478"/>
          <ac:spMkLst>
            <pc:docMk/>
            <pc:sldMk cId="225163801" sldId="258"/>
            <ac:spMk id="5" creationId="{E6269F74-28C5-E0C4-EB37-49B34BAEA1E6}"/>
          </ac:spMkLst>
        </pc:spChg>
        <pc:spChg chg="add mod">
          <ac:chgData name="patibandla.jagruthi8414@gmail.com" userId="b7aef5ca1a543438" providerId="LiveId" clId="{C064DD0B-175B-4F91-9F9F-E4DFF6575C29}" dt="2026-01-22T16:27:12.010" v="529" actId="20577"/>
          <ac:spMkLst>
            <pc:docMk/>
            <pc:sldMk cId="225163801" sldId="258"/>
            <ac:spMk id="8" creationId="{90AE01F8-5739-7C1D-B2CE-E20DE17EEACC}"/>
          </ac:spMkLst>
        </pc:spChg>
        <pc:picChg chg="del">
          <ac:chgData name="patibandla.jagruthi8414@gmail.com" userId="b7aef5ca1a543438" providerId="LiveId" clId="{C064DD0B-175B-4F91-9F9F-E4DFF6575C29}" dt="2026-01-22T16:24:13.544" v="482" actId="478"/>
          <ac:picMkLst>
            <pc:docMk/>
            <pc:sldMk cId="225163801" sldId="258"/>
            <ac:picMk id="6" creationId="{18FD11A5-B038-4E80-B474-B4B2F833E6B0}"/>
          </ac:picMkLst>
        </pc:picChg>
        <pc:picChg chg="add mod">
          <ac:chgData name="patibandla.jagruthi8414@gmail.com" userId="b7aef5ca1a543438" providerId="LiveId" clId="{C064DD0B-175B-4F91-9F9F-E4DFF6575C29}" dt="2026-01-22T16:27:58.695" v="539" actId="14100"/>
          <ac:picMkLst>
            <pc:docMk/>
            <pc:sldMk cId="225163801" sldId="258"/>
            <ac:picMk id="10" creationId="{F23352B4-FBDF-0D9B-F235-4AB4FEF20BE0}"/>
          </ac:picMkLst>
        </pc:picChg>
        <pc:picChg chg="add mod">
          <ac:chgData name="patibandla.jagruthi8414@gmail.com" userId="b7aef5ca1a543438" providerId="LiveId" clId="{C064DD0B-175B-4F91-9F9F-E4DFF6575C29}" dt="2026-01-22T17:20:01.746" v="1589" actId="14100"/>
          <ac:picMkLst>
            <pc:docMk/>
            <pc:sldMk cId="225163801" sldId="258"/>
            <ac:picMk id="12" creationId="{C9FB2CEF-88B6-8F46-F60E-F7025AE7D8BC}"/>
          </ac:picMkLst>
        </pc:picChg>
      </pc:sldChg>
      <pc:sldChg chg="addSp delSp modSp mod">
        <pc:chgData name="patibandla.jagruthi8414@gmail.com" userId="b7aef5ca1a543438" providerId="LiveId" clId="{C064DD0B-175B-4F91-9F9F-E4DFF6575C29}" dt="2026-01-22T16:45:28.242" v="693" actId="1036"/>
        <pc:sldMkLst>
          <pc:docMk/>
          <pc:sldMk cId="1997439054" sldId="259"/>
        </pc:sldMkLst>
        <pc:spChg chg="del mod">
          <ac:chgData name="patibandla.jagruthi8414@gmail.com" userId="b7aef5ca1a543438" providerId="LiveId" clId="{C064DD0B-175B-4F91-9F9F-E4DFF6575C29}" dt="2026-01-22T16:34:25.158" v="622" actId="478"/>
          <ac:spMkLst>
            <pc:docMk/>
            <pc:sldMk cId="1997439054" sldId="259"/>
            <ac:spMk id="2" creationId="{0E85CDB0-AD30-4DBB-AC55-D824F09CE209}"/>
          </ac:spMkLst>
        </pc:spChg>
        <pc:spChg chg="mod">
          <ac:chgData name="patibandla.jagruthi8414@gmail.com" userId="b7aef5ca1a543438" providerId="LiveId" clId="{C064DD0B-175B-4F91-9F9F-E4DFF6575C29}" dt="2026-01-22T16:44:01.420" v="640" actId="255"/>
          <ac:spMkLst>
            <pc:docMk/>
            <pc:sldMk cId="1997439054" sldId="259"/>
            <ac:spMk id="3" creationId="{F083D2B2-24CC-41A1-8AC3-EDF2DA2C3A20}"/>
          </ac:spMkLst>
        </pc:spChg>
        <pc:spChg chg="del mod">
          <ac:chgData name="patibandla.jagruthi8414@gmail.com" userId="b7aef5ca1a543438" providerId="LiveId" clId="{C064DD0B-175B-4F91-9F9F-E4DFF6575C29}" dt="2026-01-22T16:35:27.631" v="632" actId="478"/>
          <ac:spMkLst>
            <pc:docMk/>
            <pc:sldMk cId="1997439054" sldId="259"/>
            <ac:spMk id="4" creationId="{13572B26-98AF-4AA8-9A0F-435FBBFB6E5E}"/>
          </ac:spMkLst>
        </pc:spChg>
        <pc:spChg chg="del mod">
          <ac:chgData name="patibandla.jagruthi8414@gmail.com" userId="b7aef5ca1a543438" providerId="LiveId" clId="{C064DD0B-175B-4F91-9F9F-E4DFF6575C29}" dt="2026-01-22T16:34:53.302" v="627" actId="478"/>
          <ac:spMkLst>
            <pc:docMk/>
            <pc:sldMk cId="1997439054" sldId="259"/>
            <ac:spMk id="5" creationId="{C851C4E8-1EC2-4782-B31A-6F082712F3DF}"/>
          </ac:spMkLst>
        </pc:spChg>
        <pc:spChg chg="del mod">
          <ac:chgData name="patibandla.jagruthi8414@gmail.com" userId="b7aef5ca1a543438" providerId="LiveId" clId="{C064DD0B-175B-4F91-9F9F-E4DFF6575C29}" dt="2026-01-22T16:34:47.910" v="625" actId="478"/>
          <ac:spMkLst>
            <pc:docMk/>
            <pc:sldMk cId="1997439054" sldId="259"/>
            <ac:spMk id="6" creationId="{A4D3B53A-9E90-4B19-BA5D-E8F4971E21A9}"/>
          </ac:spMkLst>
        </pc:spChg>
        <pc:spChg chg="add mod">
          <ac:chgData name="patibandla.jagruthi8414@gmail.com" userId="b7aef5ca1a543438" providerId="LiveId" clId="{C064DD0B-175B-4F91-9F9F-E4DFF6575C29}" dt="2026-01-22T16:45:28.242" v="693" actId="1036"/>
          <ac:spMkLst>
            <pc:docMk/>
            <pc:sldMk cId="1997439054" sldId="259"/>
            <ac:spMk id="13" creationId="{8F014B60-2638-4000-2331-8340263C67F6}"/>
          </ac:spMkLst>
        </pc:spChg>
        <pc:grpChg chg="del mod">
          <ac:chgData name="patibandla.jagruthi8414@gmail.com" userId="b7aef5ca1a543438" providerId="LiveId" clId="{C064DD0B-175B-4F91-9F9F-E4DFF6575C29}" dt="2026-01-22T16:34:59.419" v="629" actId="478"/>
          <ac:grpSpMkLst>
            <pc:docMk/>
            <pc:sldMk cId="1997439054" sldId="259"/>
            <ac:grpSpMk id="7" creationId="{351FC095-7AF2-4B5E-A691-FF792B5BC2D6}"/>
          </ac:grpSpMkLst>
        </pc:grpChg>
        <pc:picChg chg="del mod">
          <ac:chgData name="patibandla.jagruthi8414@gmail.com" userId="b7aef5ca1a543438" providerId="LiveId" clId="{C064DD0B-175B-4F91-9F9F-E4DFF6575C29}" dt="2026-01-22T16:35:40.113" v="636" actId="478"/>
          <ac:picMkLst>
            <pc:docMk/>
            <pc:sldMk cId="1997439054" sldId="259"/>
            <ac:picMk id="12" creationId="{34285680-A638-4BD7-B2C9-C8766AB4E323}"/>
          </ac:picMkLst>
        </pc:picChg>
      </pc:sldChg>
      <pc:sldChg chg="addSp delSp modSp mod">
        <pc:chgData name="patibandla.jagruthi8414@gmail.com" userId="b7aef5ca1a543438" providerId="LiveId" clId="{C064DD0B-175B-4F91-9F9F-E4DFF6575C29}" dt="2026-01-22T16:48:16.169" v="815" actId="1036"/>
        <pc:sldMkLst>
          <pc:docMk/>
          <pc:sldMk cId="3665633859" sldId="260"/>
        </pc:sldMkLst>
        <pc:spChg chg="mod">
          <ac:chgData name="patibandla.jagruthi8414@gmail.com" userId="b7aef5ca1a543438" providerId="LiveId" clId="{C064DD0B-175B-4F91-9F9F-E4DFF6575C29}" dt="2026-01-22T16:47:04.844" v="720" actId="255"/>
          <ac:spMkLst>
            <pc:docMk/>
            <pc:sldMk cId="3665633859" sldId="260"/>
            <ac:spMk id="2" creationId="{DD5EE622-B204-4BAA-A73B-2ED70B230E0F}"/>
          </ac:spMkLst>
        </pc:spChg>
        <pc:spChg chg="del mod">
          <ac:chgData name="patibandla.jagruthi8414@gmail.com" userId="b7aef5ca1a543438" providerId="LiveId" clId="{C064DD0B-175B-4F91-9F9F-E4DFF6575C29}" dt="2026-01-22T16:46:21.209" v="711" actId="478"/>
          <ac:spMkLst>
            <pc:docMk/>
            <pc:sldMk cId="3665633859" sldId="260"/>
            <ac:spMk id="3" creationId="{6E41D473-73BD-403B-8CC7-EDE9320AD735}"/>
          </ac:spMkLst>
        </pc:spChg>
        <pc:spChg chg="mod">
          <ac:chgData name="patibandla.jagruthi8414@gmail.com" userId="b7aef5ca1a543438" providerId="LiveId" clId="{C064DD0B-175B-4F91-9F9F-E4DFF6575C29}" dt="2026-01-22T16:45:55.966" v="701" actId="20577"/>
          <ac:spMkLst>
            <pc:docMk/>
            <pc:sldMk cId="3665633859" sldId="260"/>
            <ac:spMk id="6" creationId="{9908A373-FC7C-4282-8736-3682F263411C}"/>
          </ac:spMkLst>
        </pc:spChg>
        <pc:spChg chg="del mod">
          <ac:chgData name="patibandla.jagruthi8414@gmail.com" userId="b7aef5ca1a543438" providerId="LiveId" clId="{C064DD0B-175B-4F91-9F9F-E4DFF6575C29}" dt="2026-01-22T16:46:36.170" v="717" actId="478"/>
          <ac:spMkLst>
            <pc:docMk/>
            <pc:sldMk cId="3665633859" sldId="260"/>
            <ac:spMk id="7" creationId="{95D049CF-C399-43F8-9E11-8273E7ED2B3D}"/>
          </ac:spMkLst>
        </pc:spChg>
        <pc:spChg chg="mod">
          <ac:chgData name="patibandla.jagruthi8414@gmail.com" userId="b7aef5ca1a543438" providerId="LiveId" clId="{C064DD0B-175B-4F91-9F9F-E4DFF6575C29}" dt="2026-01-22T16:46:30.019" v="714" actId="20577"/>
          <ac:spMkLst>
            <pc:docMk/>
            <pc:sldMk cId="3665633859" sldId="260"/>
            <ac:spMk id="8" creationId="{6505E4CF-C408-4CF2-86B6-BD142EBF6F92}"/>
          </ac:spMkLst>
        </pc:spChg>
        <pc:spChg chg="del mod">
          <ac:chgData name="patibandla.jagruthi8414@gmail.com" userId="b7aef5ca1a543438" providerId="LiveId" clId="{C064DD0B-175B-4F91-9F9F-E4DFF6575C29}" dt="2026-01-22T16:45:40.398" v="697" actId="478"/>
          <ac:spMkLst>
            <pc:docMk/>
            <pc:sldMk cId="3665633859" sldId="260"/>
            <ac:spMk id="9" creationId="{60C7D78B-18F1-458F-AF3B-1293CFF9F517}"/>
          </ac:spMkLst>
        </pc:spChg>
        <pc:spChg chg="del">
          <ac:chgData name="patibandla.jagruthi8414@gmail.com" userId="b7aef5ca1a543438" providerId="LiveId" clId="{C064DD0B-175B-4F91-9F9F-E4DFF6575C29}" dt="2026-01-22T16:45:32.920" v="694" actId="478"/>
          <ac:spMkLst>
            <pc:docMk/>
            <pc:sldMk cId="3665633859" sldId="260"/>
            <ac:spMk id="10" creationId="{42184CEA-CF4E-4D47-96E0-8F669A14DC71}"/>
          </ac:spMkLst>
        </pc:spChg>
        <pc:spChg chg="mod">
          <ac:chgData name="patibandla.jagruthi8414@gmail.com" userId="b7aef5ca1a543438" providerId="LiveId" clId="{C064DD0B-175B-4F91-9F9F-E4DFF6575C29}" dt="2026-01-22T16:45:44.427" v="699" actId="20577"/>
          <ac:spMkLst>
            <pc:docMk/>
            <pc:sldMk cId="3665633859" sldId="260"/>
            <ac:spMk id="11" creationId="{1AF2FBBE-B7D3-452C-9253-F7C472312B69}"/>
          </ac:spMkLst>
        </pc:spChg>
        <pc:spChg chg="del">
          <ac:chgData name="patibandla.jagruthi8414@gmail.com" userId="b7aef5ca1a543438" providerId="LiveId" clId="{C064DD0B-175B-4F91-9F9F-E4DFF6575C29}" dt="2026-01-22T16:46:06.993" v="705" actId="478"/>
          <ac:spMkLst>
            <pc:docMk/>
            <pc:sldMk cId="3665633859" sldId="260"/>
            <ac:spMk id="13" creationId="{7E5E67BD-7A9A-4F78-A092-09BD185251D1}"/>
          </ac:spMkLst>
        </pc:spChg>
        <pc:spChg chg="add mod">
          <ac:chgData name="patibandla.jagruthi8414@gmail.com" userId="b7aef5ca1a543438" providerId="LiveId" clId="{C064DD0B-175B-4F91-9F9F-E4DFF6575C29}" dt="2026-01-22T16:48:16.169" v="815" actId="1036"/>
          <ac:spMkLst>
            <pc:docMk/>
            <pc:sldMk cId="3665633859" sldId="260"/>
            <ac:spMk id="18" creationId="{F19D3951-FF70-F06F-892B-5AA3BEA8E423}"/>
          </ac:spMkLst>
        </pc:spChg>
        <pc:picChg chg="del">
          <ac:chgData name="patibandla.jagruthi8414@gmail.com" userId="b7aef5ca1a543438" providerId="LiveId" clId="{C064DD0B-175B-4F91-9F9F-E4DFF6575C29}" dt="2026-01-22T16:45:58.213" v="702" actId="478"/>
          <ac:picMkLst>
            <pc:docMk/>
            <pc:sldMk cId="3665633859" sldId="260"/>
            <ac:picMk id="5" creationId="{424B1EB4-F31C-4594-8AF7-78D76E32C283}"/>
          </ac:picMkLst>
        </pc:picChg>
        <pc:picChg chg="del">
          <ac:chgData name="patibandla.jagruthi8414@gmail.com" userId="b7aef5ca1a543438" providerId="LiveId" clId="{C064DD0B-175B-4F91-9F9F-E4DFF6575C29}" dt="2026-01-22T16:46:04.100" v="704" actId="478"/>
          <ac:picMkLst>
            <pc:docMk/>
            <pc:sldMk cId="3665633859" sldId="260"/>
            <ac:picMk id="14" creationId="{0AB45D60-ED4A-46EC-AD0C-17D4880727F8}"/>
          </ac:picMkLst>
        </pc:picChg>
        <pc:picChg chg="del">
          <ac:chgData name="patibandla.jagruthi8414@gmail.com" userId="b7aef5ca1a543438" providerId="LiveId" clId="{C064DD0B-175B-4F91-9F9F-E4DFF6575C29}" dt="2026-01-22T16:46:01.359" v="703" actId="478"/>
          <ac:picMkLst>
            <pc:docMk/>
            <pc:sldMk cId="3665633859" sldId="260"/>
            <ac:picMk id="16" creationId="{9B393259-4463-453C-AAC3-C1FCC92B39CE}"/>
          </ac:picMkLst>
        </pc:picChg>
      </pc:sldChg>
      <pc:sldChg chg="addSp delSp modSp mod">
        <pc:chgData name="patibandla.jagruthi8414@gmail.com" userId="b7aef5ca1a543438" providerId="LiveId" clId="{C064DD0B-175B-4F91-9F9F-E4DFF6575C29}" dt="2026-01-22T17:21:06.671" v="1595" actId="14100"/>
        <pc:sldMkLst>
          <pc:docMk/>
          <pc:sldMk cId="1969584234" sldId="261"/>
        </pc:sldMkLst>
        <pc:spChg chg="mod">
          <ac:chgData name="patibandla.jagruthi8414@gmail.com" userId="b7aef5ca1a543438" providerId="LiveId" clId="{C064DD0B-175B-4F91-9F9F-E4DFF6575C29}" dt="2026-01-22T16:49:15.886" v="829" actId="255"/>
          <ac:spMkLst>
            <pc:docMk/>
            <pc:sldMk cId="1969584234" sldId="261"/>
            <ac:spMk id="2" creationId="{133ED516-A0B4-4D09-B6A3-A788188B6704}"/>
          </ac:spMkLst>
        </pc:spChg>
        <pc:spChg chg="mod">
          <ac:chgData name="patibandla.jagruthi8414@gmail.com" userId="b7aef5ca1a543438" providerId="LiveId" clId="{C064DD0B-175B-4F91-9F9F-E4DFF6575C29}" dt="2026-01-22T16:48:44.350" v="825" actId="20577"/>
          <ac:spMkLst>
            <pc:docMk/>
            <pc:sldMk cId="1969584234" sldId="261"/>
            <ac:spMk id="11" creationId="{AF2B300A-3A97-40E0-AA9A-37A944B1DAF8}"/>
          </ac:spMkLst>
        </pc:spChg>
        <pc:spChg chg="del">
          <ac:chgData name="patibandla.jagruthi8414@gmail.com" userId="b7aef5ca1a543438" providerId="LiveId" clId="{C064DD0B-175B-4F91-9F9F-E4DFF6575C29}" dt="2026-01-22T16:48:29.837" v="819" actId="478"/>
          <ac:spMkLst>
            <pc:docMk/>
            <pc:sldMk cId="1969584234" sldId="261"/>
            <ac:spMk id="12" creationId="{56816014-A74F-4DCC-B3EB-C797CAF4E802}"/>
          </ac:spMkLst>
        </pc:spChg>
        <pc:spChg chg="mod">
          <ac:chgData name="patibandla.jagruthi8414@gmail.com" userId="b7aef5ca1a543438" providerId="LiveId" clId="{C064DD0B-175B-4F91-9F9F-E4DFF6575C29}" dt="2026-01-22T16:48:26.632" v="818" actId="20577"/>
          <ac:spMkLst>
            <pc:docMk/>
            <pc:sldMk cId="1969584234" sldId="261"/>
            <ac:spMk id="13" creationId="{5294FC26-E2BF-454F-B123-404EA194A3E3}"/>
          </ac:spMkLst>
        </pc:spChg>
        <pc:spChg chg="del mod">
          <ac:chgData name="patibandla.jagruthi8414@gmail.com" userId="b7aef5ca1a543438" providerId="LiveId" clId="{C064DD0B-175B-4F91-9F9F-E4DFF6575C29}" dt="2026-01-22T16:48:36.325" v="822" actId="478"/>
          <ac:spMkLst>
            <pc:docMk/>
            <pc:sldMk cId="1969584234" sldId="261"/>
            <ac:spMk id="14" creationId="{9A5A9B9F-B0C0-4A76-B9C7-3C6ED0008BC9}"/>
          </ac:spMkLst>
        </pc:spChg>
        <pc:spChg chg="mod">
          <ac:chgData name="patibandla.jagruthi8414@gmail.com" userId="b7aef5ca1a543438" providerId="LiveId" clId="{C064DD0B-175B-4F91-9F9F-E4DFF6575C29}" dt="2026-01-22T16:48:24.204" v="817" actId="20577"/>
          <ac:spMkLst>
            <pc:docMk/>
            <pc:sldMk cId="1969584234" sldId="261"/>
            <ac:spMk id="15" creationId="{D223119D-72DB-4091-AE4B-0A82DC881E79}"/>
          </ac:spMkLst>
        </pc:spChg>
        <pc:spChg chg="add mod">
          <ac:chgData name="patibandla.jagruthi8414@gmail.com" userId="b7aef5ca1a543438" providerId="LiveId" clId="{C064DD0B-175B-4F91-9F9F-E4DFF6575C29}" dt="2026-01-22T16:51:14.654" v="912" actId="20577"/>
          <ac:spMkLst>
            <pc:docMk/>
            <pc:sldMk cId="1969584234" sldId="261"/>
            <ac:spMk id="30" creationId="{BC83F7AA-1348-B1C9-BB24-E28BFCBE5E21}"/>
          </ac:spMkLst>
        </pc:spChg>
        <pc:grpChg chg="del">
          <ac:chgData name="patibandla.jagruthi8414@gmail.com" userId="b7aef5ca1a543438" providerId="LiveId" clId="{C064DD0B-175B-4F91-9F9F-E4DFF6575C29}" dt="2026-01-22T16:48:38.512" v="823" actId="478"/>
          <ac:grpSpMkLst>
            <pc:docMk/>
            <pc:sldMk cId="1969584234" sldId="261"/>
            <ac:grpSpMk id="36" creationId="{25679F3D-7EC6-46A6-BC22-525E813580BB}"/>
          </ac:grpSpMkLst>
        </pc:grpChg>
        <pc:graphicFrameChg chg="del">
          <ac:chgData name="patibandla.jagruthi8414@gmail.com" userId="b7aef5ca1a543438" providerId="LiveId" clId="{C064DD0B-175B-4F91-9F9F-E4DFF6575C29}" dt="2026-01-22T16:48:40.472" v="824" actId="478"/>
          <ac:graphicFrameMkLst>
            <pc:docMk/>
            <pc:sldMk cId="1969584234" sldId="261"/>
            <ac:graphicFrameMk id="37" creationId="{4483D506-2C3F-4711-94B1-0CC3F8D8F3E9}"/>
          </ac:graphicFrameMkLst>
        </pc:graphicFrameChg>
        <pc:picChg chg="add mod">
          <ac:chgData name="patibandla.jagruthi8414@gmail.com" userId="b7aef5ca1a543438" providerId="LiveId" clId="{C064DD0B-175B-4F91-9F9F-E4DFF6575C29}" dt="2026-01-22T17:21:06.671" v="1595" actId="14100"/>
          <ac:picMkLst>
            <pc:docMk/>
            <pc:sldMk cId="1969584234" sldId="261"/>
            <ac:picMk id="32" creationId="{15A0DF87-365E-098E-34EA-128B6D17A09C}"/>
          </ac:picMkLst>
        </pc:picChg>
        <pc:picChg chg="del">
          <ac:chgData name="patibandla.jagruthi8414@gmail.com" userId="b7aef5ca1a543438" providerId="LiveId" clId="{C064DD0B-175B-4F91-9F9F-E4DFF6575C29}" dt="2026-01-22T16:48:21.210" v="816" actId="478"/>
          <ac:picMkLst>
            <pc:docMk/>
            <pc:sldMk cId="1969584234" sldId="261"/>
            <ac:picMk id="38" creationId="{08B1B93C-03D0-4BEF-B12B-9E51D2D2BEE8}"/>
          </ac:picMkLst>
        </pc:picChg>
      </pc:sldChg>
      <pc:sldChg chg="delSp modSp mod">
        <pc:chgData name="patibandla.jagruthi8414@gmail.com" userId="b7aef5ca1a543438" providerId="LiveId" clId="{C064DD0B-175B-4F91-9F9F-E4DFF6575C29}" dt="2026-01-22T16:53:41.818" v="1113" actId="1036"/>
        <pc:sldMkLst>
          <pc:docMk/>
          <pc:sldMk cId="1764756509" sldId="262"/>
        </pc:sldMkLst>
        <pc:spChg chg="mod">
          <ac:chgData name="patibandla.jagruthi8414@gmail.com" userId="b7aef5ca1a543438" providerId="LiveId" clId="{C064DD0B-175B-4F91-9F9F-E4DFF6575C29}" dt="2026-01-22T16:52:14.154" v="938" actId="255"/>
          <ac:spMkLst>
            <pc:docMk/>
            <pc:sldMk cId="1764756509" sldId="262"/>
            <ac:spMk id="2" creationId="{427A3C97-E356-4FF9-AED5-879B8F991C1B}"/>
          </ac:spMkLst>
        </pc:spChg>
        <pc:spChg chg="mod">
          <ac:chgData name="patibandla.jagruthi8414@gmail.com" userId="b7aef5ca1a543438" providerId="LiveId" clId="{C064DD0B-175B-4F91-9F9F-E4DFF6575C29}" dt="2026-01-22T16:53:41.818" v="1113" actId="1036"/>
          <ac:spMkLst>
            <pc:docMk/>
            <pc:sldMk cId="1764756509" sldId="262"/>
            <ac:spMk id="3" creationId="{874312F7-8744-467E-9DCF-F78292FB02D0}"/>
          </ac:spMkLst>
        </pc:spChg>
        <pc:spChg chg="mod">
          <ac:chgData name="patibandla.jagruthi8414@gmail.com" userId="b7aef5ca1a543438" providerId="LiveId" clId="{C064DD0B-175B-4F91-9F9F-E4DFF6575C29}" dt="2026-01-22T16:51:38.469" v="920" actId="20577"/>
          <ac:spMkLst>
            <pc:docMk/>
            <pc:sldMk cId="1764756509" sldId="262"/>
            <ac:spMk id="7" creationId="{3EE46009-9B31-417A-AB61-8C70009004B3}"/>
          </ac:spMkLst>
        </pc:spChg>
        <pc:spChg chg="mod">
          <ac:chgData name="patibandla.jagruthi8414@gmail.com" userId="b7aef5ca1a543438" providerId="LiveId" clId="{C064DD0B-175B-4F91-9F9F-E4DFF6575C29}" dt="2026-01-22T16:51:34.539" v="919" actId="20577"/>
          <ac:spMkLst>
            <pc:docMk/>
            <pc:sldMk cId="1764756509" sldId="262"/>
            <ac:spMk id="11" creationId="{38280C20-AD97-47D9-A4D9-3D51B6EEA886}"/>
          </ac:spMkLst>
        </pc:spChg>
        <pc:spChg chg="mod">
          <ac:chgData name="patibandla.jagruthi8414@gmail.com" userId="b7aef5ca1a543438" providerId="LiveId" clId="{C064DD0B-175B-4F91-9F9F-E4DFF6575C29}" dt="2026-01-22T16:51:27.282" v="916" actId="20577"/>
          <ac:spMkLst>
            <pc:docMk/>
            <pc:sldMk cId="1764756509" sldId="262"/>
            <ac:spMk id="15" creationId="{89BC12B6-BA4F-4362-A61E-A7B108FEAF3C}"/>
          </ac:spMkLst>
        </pc:spChg>
        <pc:grpChg chg="del">
          <ac:chgData name="patibandla.jagruthi8414@gmail.com" userId="b7aef5ca1a543438" providerId="LiveId" clId="{C064DD0B-175B-4F91-9F9F-E4DFF6575C29}" dt="2026-01-22T16:51:40.854" v="921" actId="478"/>
          <ac:grpSpMkLst>
            <pc:docMk/>
            <pc:sldMk cId="1764756509" sldId="262"/>
            <ac:grpSpMk id="4" creationId="{A98CACC9-95AD-4FA9-B112-2614409B3034}"/>
          </ac:grpSpMkLst>
        </pc:grpChg>
        <pc:grpChg chg="del">
          <ac:chgData name="patibandla.jagruthi8414@gmail.com" userId="b7aef5ca1a543438" providerId="LiveId" clId="{C064DD0B-175B-4F91-9F9F-E4DFF6575C29}" dt="2026-01-22T16:51:42.889" v="922" actId="478"/>
          <ac:grpSpMkLst>
            <pc:docMk/>
            <pc:sldMk cId="1764756509" sldId="262"/>
            <ac:grpSpMk id="8" creationId="{0134A81D-5B1C-4A76-8173-F064585D6D49}"/>
          </ac:grpSpMkLst>
        </pc:grpChg>
        <pc:grpChg chg="del">
          <ac:chgData name="patibandla.jagruthi8414@gmail.com" userId="b7aef5ca1a543438" providerId="LiveId" clId="{C064DD0B-175B-4F91-9F9F-E4DFF6575C29}" dt="2026-01-22T16:51:45.121" v="923" actId="478"/>
          <ac:grpSpMkLst>
            <pc:docMk/>
            <pc:sldMk cId="1764756509" sldId="262"/>
            <ac:grpSpMk id="12" creationId="{07CF4AF3-D618-49AD-BB03-5E5F7A41C8D9}"/>
          </ac:grpSpMkLst>
        </pc:grpChg>
        <pc:graphicFrameChg chg="del">
          <ac:chgData name="patibandla.jagruthi8414@gmail.com" userId="b7aef5ca1a543438" providerId="LiveId" clId="{C064DD0B-175B-4F91-9F9F-E4DFF6575C29}" dt="2026-01-22T16:51:20.157" v="913" actId="478"/>
          <ac:graphicFrameMkLst>
            <pc:docMk/>
            <pc:sldMk cId="1764756509" sldId="262"/>
            <ac:graphicFrameMk id="20" creationId="{0669C767-52A4-4999-8261-9B7806803E30}"/>
          </ac:graphicFrameMkLst>
        </pc:graphicFrameChg>
        <pc:graphicFrameChg chg="del">
          <ac:chgData name="patibandla.jagruthi8414@gmail.com" userId="b7aef5ca1a543438" providerId="LiveId" clId="{C064DD0B-175B-4F91-9F9F-E4DFF6575C29}" dt="2026-01-22T16:51:21.810" v="914" actId="478"/>
          <ac:graphicFrameMkLst>
            <pc:docMk/>
            <pc:sldMk cId="1764756509" sldId="262"/>
            <ac:graphicFrameMk id="21" creationId="{01123BCC-10A2-42F5-86DE-AC1C648A8F73}"/>
          </ac:graphicFrameMkLst>
        </pc:graphicFrameChg>
        <pc:graphicFrameChg chg="del">
          <ac:chgData name="patibandla.jagruthi8414@gmail.com" userId="b7aef5ca1a543438" providerId="LiveId" clId="{C064DD0B-175B-4F91-9F9F-E4DFF6575C29}" dt="2026-01-22T16:51:24.291" v="915" actId="478"/>
          <ac:graphicFrameMkLst>
            <pc:docMk/>
            <pc:sldMk cId="1764756509" sldId="262"/>
            <ac:graphicFrameMk id="22" creationId="{E4FC00AF-B769-4FD1-A5EF-41179EF2E7BE}"/>
          </ac:graphicFrameMkLst>
        </pc:graphicFrameChg>
      </pc:sldChg>
      <pc:sldChg chg="delSp modSp mod">
        <pc:chgData name="patibandla.jagruthi8414@gmail.com" userId="b7aef5ca1a543438" providerId="LiveId" clId="{C064DD0B-175B-4F91-9F9F-E4DFF6575C29}" dt="2026-01-22T16:58:48.398" v="1280" actId="1038"/>
        <pc:sldMkLst>
          <pc:docMk/>
          <pc:sldMk cId="1249102131" sldId="263"/>
        </pc:sldMkLst>
        <pc:spChg chg="mod">
          <ac:chgData name="patibandla.jagruthi8414@gmail.com" userId="b7aef5ca1a543438" providerId="LiveId" clId="{C064DD0B-175B-4F91-9F9F-E4DFF6575C29}" dt="2026-01-22T16:56:20.440" v="1185" actId="255"/>
          <ac:spMkLst>
            <pc:docMk/>
            <pc:sldMk cId="1249102131" sldId="263"/>
            <ac:spMk id="2" creationId="{FF74FD4D-5161-46CF-8E5C-B36508F35809}"/>
          </ac:spMkLst>
        </pc:spChg>
        <pc:spChg chg="mod">
          <ac:chgData name="patibandla.jagruthi8414@gmail.com" userId="b7aef5ca1a543438" providerId="LiveId" clId="{C064DD0B-175B-4F91-9F9F-E4DFF6575C29}" dt="2026-01-22T16:58:48.398" v="1280" actId="1038"/>
          <ac:spMkLst>
            <pc:docMk/>
            <pc:sldMk cId="1249102131" sldId="263"/>
            <ac:spMk id="3" creationId="{97AA353E-E722-4B84-B6FC-BA525C346A84}"/>
          </ac:spMkLst>
        </pc:spChg>
        <pc:spChg chg="mod">
          <ac:chgData name="patibandla.jagruthi8414@gmail.com" userId="b7aef5ca1a543438" providerId="LiveId" clId="{C064DD0B-175B-4F91-9F9F-E4DFF6575C29}" dt="2026-01-22T16:55:20.255" v="1118" actId="20577"/>
          <ac:spMkLst>
            <pc:docMk/>
            <pc:sldMk cId="1249102131" sldId="263"/>
            <ac:spMk id="7" creationId="{A5D11E1A-550F-4E54-82BE-B2019638DC80}"/>
          </ac:spMkLst>
        </pc:spChg>
        <pc:spChg chg="del mod topLvl">
          <ac:chgData name="patibandla.jagruthi8414@gmail.com" userId="b7aef5ca1a543438" providerId="LiveId" clId="{C064DD0B-175B-4F91-9F9F-E4DFF6575C29}" dt="2026-01-22T16:55:44.488" v="1129" actId="478"/>
          <ac:spMkLst>
            <pc:docMk/>
            <pc:sldMk cId="1249102131" sldId="263"/>
            <ac:spMk id="10" creationId="{09DD71A3-AA7E-4B16-8E2B-93274BC4ED9E}"/>
          </ac:spMkLst>
        </pc:spChg>
        <pc:spChg chg="del mod topLvl">
          <ac:chgData name="patibandla.jagruthi8414@gmail.com" userId="b7aef5ca1a543438" providerId="LiveId" clId="{C064DD0B-175B-4F91-9F9F-E4DFF6575C29}" dt="2026-01-22T16:55:36.264" v="1123" actId="478"/>
          <ac:spMkLst>
            <pc:docMk/>
            <pc:sldMk cId="1249102131" sldId="263"/>
            <ac:spMk id="11" creationId="{10B09779-8AA2-4FFC-A0C3-0D47471C40C7}"/>
          </ac:spMkLst>
        </pc:spChg>
        <pc:spChg chg="mod">
          <ac:chgData name="patibandla.jagruthi8414@gmail.com" userId="b7aef5ca1a543438" providerId="LiveId" clId="{C064DD0B-175B-4F91-9F9F-E4DFF6575C29}" dt="2026-01-22T16:55:22.924" v="1119" actId="20577"/>
          <ac:spMkLst>
            <pc:docMk/>
            <pc:sldMk cId="1249102131" sldId="263"/>
            <ac:spMk id="12" creationId="{DA4BE72C-97DB-4A0D-8CDB-3CD5BB7DCF3E}"/>
          </ac:spMkLst>
        </pc:spChg>
        <pc:spChg chg="mod">
          <ac:chgData name="patibandla.jagruthi8414@gmail.com" userId="b7aef5ca1a543438" providerId="LiveId" clId="{C064DD0B-175B-4F91-9F9F-E4DFF6575C29}" dt="2026-01-22T16:55:25.286" v="1120" actId="20577"/>
          <ac:spMkLst>
            <pc:docMk/>
            <pc:sldMk cId="1249102131" sldId="263"/>
            <ac:spMk id="17" creationId="{BA96EB65-127B-4729-AF55-3A29384772DD}"/>
          </ac:spMkLst>
        </pc:spChg>
        <pc:grpChg chg="del">
          <ac:chgData name="patibandla.jagruthi8414@gmail.com" userId="b7aef5ca1a543438" providerId="LiveId" clId="{C064DD0B-175B-4F91-9F9F-E4DFF6575C29}" dt="2026-01-22T16:55:47.395" v="1130" actId="478"/>
          <ac:grpSpMkLst>
            <pc:docMk/>
            <pc:sldMk cId="1249102131" sldId="263"/>
            <ac:grpSpMk id="4" creationId="{3269B3D7-5745-49A6-89FF-2081F3701FD9}"/>
          </ac:grpSpMkLst>
        </pc:grpChg>
        <pc:grpChg chg="del">
          <ac:chgData name="patibandla.jagruthi8414@gmail.com" userId="b7aef5ca1a543438" providerId="LiveId" clId="{C064DD0B-175B-4F91-9F9F-E4DFF6575C29}" dt="2026-01-22T16:55:36.264" v="1123" actId="478"/>
          <ac:grpSpMkLst>
            <pc:docMk/>
            <pc:sldMk cId="1249102131" sldId="263"/>
            <ac:grpSpMk id="9" creationId="{EAEB66BE-3E83-4881-90B8-AF09B5348FD8}"/>
          </ac:grpSpMkLst>
        </pc:grpChg>
        <pc:grpChg chg="del">
          <ac:chgData name="patibandla.jagruthi8414@gmail.com" userId="b7aef5ca1a543438" providerId="LiveId" clId="{C064DD0B-175B-4F91-9F9F-E4DFF6575C29}" dt="2026-01-22T16:55:32.044" v="1121" actId="478"/>
          <ac:grpSpMkLst>
            <pc:docMk/>
            <pc:sldMk cId="1249102131" sldId="263"/>
            <ac:grpSpMk id="14" creationId="{A2B3D164-668E-4CA3-9A19-70AA5015EA42}"/>
          </ac:grpSpMkLst>
        </pc:grpChg>
        <pc:graphicFrameChg chg="del">
          <ac:chgData name="patibandla.jagruthi8414@gmail.com" userId="b7aef5ca1a543438" providerId="LiveId" clId="{C064DD0B-175B-4F91-9F9F-E4DFF6575C29}" dt="2026-01-22T16:53:55.383" v="1117" actId="478"/>
          <ac:graphicFrameMkLst>
            <pc:docMk/>
            <pc:sldMk cId="1249102131" sldId="263"/>
            <ac:graphicFrameMk id="20" creationId="{FF4C3D36-ED20-4C8A-85D2-83190D332A90}"/>
          </ac:graphicFrameMkLst>
        </pc:graphicFrameChg>
        <pc:picChg chg="del">
          <ac:chgData name="patibandla.jagruthi8414@gmail.com" userId="b7aef5ca1a543438" providerId="LiveId" clId="{C064DD0B-175B-4F91-9F9F-E4DFF6575C29}" dt="2026-01-22T16:53:49.102" v="1114" actId="478"/>
          <ac:picMkLst>
            <pc:docMk/>
            <pc:sldMk cId="1249102131" sldId="263"/>
            <ac:picMk id="8" creationId="{79219B9A-9991-4B3C-A46B-331267D7B1B1}"/>
          </ac:picMkLst>
        </pc:picChg>
        <pc:picChg chg="del">
          <ac:chgData name="patibandla.jagruthi8414@gmail.com" userId="b7aef5ca1a543438" providerId="LiveId" clId="{C064DD0B-175B-4F91-9F9F-E4DFF6575C29}" dt="2026-01-22T16:53:50.824" v="1115" actId="478"/>
          <ac:picMkLst>
            <pc:docMk/>
            <pc:sldMk cId="1249102131" sldId="263"/>
            <ac:picMk id="13" creationId="{1700602B-85F7-480F-B244-AE5F12DF1624}"/>
          </ac:picMkLst>
        </pc:picChg>
        <pc:picChg chg="del">
          <ac:chgData name="patibandla.jagruthi8414@gmail.com" userId="b7aef5ca1a543438" providerId="LiveId" clId="{C064DD0B-175B-4F91-9F9F-E4DFF6575C29}" dt="2026-01-22T16:53:52.570" v="1116" actId="478"/>
          <ac:picMkLst>
            <pc:docMk/>
            <pc:sldMk cId="1249102131" sldId="263"/>
            <ac:picMk id="18" creationId="{B0340C9A-12F9-4BED-859B-790F5A9D5286}"/>
          </ac:picMkLst>
        </pc:picChg>
      </pc:sldChg>
      <pc:sldChg chg="addSp delSp modSp mod">
        <pc:chgData name="patibandla.jagruthi8414@gmail.com" userId="b7aef5ca1a543438" providerId="LiveId" clId="{C064DD0B-175B-4F91-9F9F-E4DFF6575C29}" dt="2026-01-22T17:21:58.738" v="1600" actId="14100"/>
        <pc:sldMkLst>
          <pc:docMk/>
          <pc:sldMk cId="1424314166" sldId="264"/>
        </pc:sldMkLst>
        <pc:spChg chg="mod">
          <ac:chgData name="patibandla.jagruthi8414@gmail.com" userId="b7aef5ca1a543438" providerId="LiveId" clId="{C064DD0B-175B-4F91-9F9F-E4DFF6575C29}" dt="2026-01-22T17:00:13.435" v="1300" actId="255"/>
          <ac:spMkLst>
            <pc:docMk/>
            <pc:sldMk cId="1424314166" sldId="264"/>
            <ac:spMk id="3" creationId="{64322E42-AFFD-4B81-BD7A-77AB9FC3B4B1}"/>
          </ac:spMkLst>
        </pc:spChg>
        <pc:spChg chg="mod">
          <ac:chgData name="patibandla.jagruthi8414@gmail.com" userId="b7aef5ca1a543438" providerId="LiveId" clId="{C064DD0B-175B-4F91-9F9F-E4DFF6575C29}" dt="2026-01-22T17:02:47.203" v="1337" actId="5793"/>
          <ac:spMkLst>
            <pc:docMk/>
            <pc:sldMk cId="1424314166" sldId="264"/>
            <ac:spMk id="4" creationId="{0D42AC0C-5EE6-42C4-91EE-07F7C9599947}"/>
          </ac:spMkLst>
        </pc:spChg>
        <pc:spChg chg="del mod">
          <ac:chgData name="patibandla.jagruthi8414@gmail.com" userId="b7aef5ca1a543438" providerId="LiveId" clId="{C064DD0B-175B-4F91-9F9F-E4DFF6575C29}" dt="2026-01-22T16:59:29.101" v="1291" actId="478"/>
          <ac:spMkLst>
            <pc:docMk/>
            <pc:sldMk cId="1424314166" sldId="264"/>
            <ac:spMk id="5" creationId="{D4693D8A-3AAB-45B5-8381-3001C700C32F}"/>
          </ac:spMkLst>
        </pc:spChg>
        <pc:spChg chg="mod">
          <ac:chgData name="patibandla.jagruthi8414@gmail.com" userId="b7aef5ca1a543438" providerId="LiveId" clId="{C064DD0B-175B-4F91-9F9F-E4DFF6575C29}" dt="2026-01-22T17:00:40.029" v="1305" actId="1076"/>
          <ac:spMkLst>
            <pc:docMk/>
            <pc:sldMk cId="1424314166" sldId="264"/>
            <ac:spMk id="6" creationId="{8110C53D-9866-4A6B-9E28-68BBE6EFF866}"/>
          </ac:spMkLst>
        </pc:spChg>
        <pc:spChg chg="del mod">
          <ac:chgData name="patibandla.jagruthi8414@gmail.com" userId="b7aef5ca1a543438" providerId="LiveId" clId="{C064DD0B-175B-4F91-9F9F-E4DFF6575C29}" dt="2026-01-22T16:59:34.816" v="1294" actId="478"/>
          <ac:spMkLst>
            <pc:docMk/>
            <pc:sldMk cId="1424314166" sldId="264"/>
            <ac:spMk id="7" creationId="{D7689DB6-3948-40C3-8F69-1ED48F5AE1BB}"/>
          </ac:spMkLst>
        </pc:spChg>
        <pc:spChg chg="mod">
          <ac:chgData name="patibandla.jagruthi8414@gmail.com" userId="b7aef5ca1a543438" providerId="LiveId" clId="{C064DD0B-175B-4F91-9F9F-E4DFF6575C29}" dt="2026-01-22T16:59:02.983" v="1282" actId="20577"/>
          <ac:spMkLst>
            <pc:docMk/>
            <pc:sldMk cId="1424314166" sldId="264"/>
            <ac:spMk id="8" creationId="{F8DE0424-CE18-47F6-BBF5-736B335BC89A}"/>
          </ac:spMkLst>
        </pc:spChg>
        <pc:spChg chg="del mod">
          <ac:chgData name="patibandla.jagruthi8414@gmail.com" userId="b7aef5ca1a543438" providerId="LiveId" clId="{C064DD0B-175B-4F91-9F9F-E4DFF6575C29}" dt="2026-01-22T16:59:38.110" v="1296" actId="478"/>
          <ac:spMkLst>
            <pc:docMk/>
            <pc:sldMk cId="1424314166" sldId="264"/>
            <ac:spMk id="10" creationId="{9D4BEFE4-E36D-4025-A26C-11D7E10A9478}"/>
          </ac:spMkLst>
        </pc:spChg>
        <pc:spChg chg="mod">
          <ac:chgData name="patibandla.jagruthi8414@gmail.com" userId="b7aef5ca1a543438" providerId="LiveId" clId="{C064DD0B-175B-4F91-9F9F-E4DFF6575C29}" dt="2026-01-22T16:59:05.070" v="1283" actId="20577"/>
          <ac:spMkLst>
            <pc:docMk/>
            <pc:sldMk cId="1424314166" sldId="264"/>
            <ac:spMk id="11" creationId="{8BCD932C-F4F1-4949-983C-017934B3CCBC}"/>
          </ac:spMkLst>
        </pc:spChg>
        <pc:grpChg chg="del">
          <ac:chgData name="patibandla.jagruthi8414@gmail.com" userId="b7aef5ca1a543438" providerId="LiveId" clId="{C064DD0B-175B-4F91-9F9F-E4DFF6575C29}" dt="2026-01-22T16:59:23.610" v="1288" actId="478"/>
          <ac:grpSpMkLst>
            <pc:docMk/>
            <pc:sldMk cId="1424314166" sldId="264"/>
            <ac:grpSpMk id="12" creationId="{6F0125D2-0FCC-492A-868C-E09B180AD8B9}"/>
          </ac:grpSpMkLst>
        </pc:grpChg>
        <pc:graphicFrameChg chg="del">
          <ac:chgData name="patibandla.jagruthi8414@gmail.com" userId="b7aef5ca1a543438" providerId="LiveId" clId="{C064DD0B-175B-4F91-9F9F-E4DFF6575C29}" dt="2026-01-22T16:59:14.230" v="1285" actId="478"/>
          <ac:graphicFrameMkLst>
            <pc:docMk/>
            <pc:sldMk cId="1424314166" sldId="264"/>
            <ac:graphicFrameMk id="24" creationId="{CCCE7507-16DA-4EE0-A55C-07EE55110FC7}"/>
          </ac:graphicFrameMkLst>
        </pc:graphicFrameChg>
        <pc:picChg chg="del">
          <ac:chgData name="patibandla.jagruthi8414@gmail.com" userId="b7aef5ca1a543438" providerId="LiveId" clId="{C064DD0B-175B-4F91-9F9F-E4DFF6575C29}" dt="2026-01-22T16:59:00.573" v="1281" actId="478"/>
          <ac:picMkLst>
            <pc:docMk/>
            <pc:sldMk cId="1424314166" sldId="264"/>
            <ac:picMk id="9" creationId="{01C4D089-8091-4C8E-885D-5A87D0590DE5}"/>
          </ac:picMkLst>
        </pc:picChg>
        <pc:picChg chg="add mod">
          <ac:chgData name="patibandla.jagruthi8414@gmail.com" userId="b7aef5ca1a543438" providerId="LiveId" clId="{C064DD0B-175B-4F91-9F9F-E4DFF6575C29}" dt="2026-01-22T17:21:58.738" v="1600" actId="14100"/>
          <ac:picMkLst>
            <pc:docMk/>
            <pc:sldMk cId="1424314166" sldId="264"/>
            <ac:picMk id="16" creationId="{33F36622-57A8-3217-DF21-B1E7DE9E7235}"/>
          </ac:picMkLst>
        </pc:picChg>
      </pc:sldChg>
      <pc:sldChg chg="addSp delSp modSp mod modClrScheme chgLayout">
        <pc:chgData name="patibandla.jagruthi8414@gmail.com" userId="b7aef5ca1a543438" providerId="LiveId" clId="{C064DD0B-175B-4F91-9F9F-E4DFF6575C29}" dt="2026-01-22T17:08:52.256" v="1582" actId="20577"/>
        <pc:sldMkLst>
          <pc:docMk/>
          <pc:sldMk cId="893025881" sldId="282"/>
        </pc:sldMkLst>
        <pc:spChg chg="del">
          <ac:chgData name="patibandla.jagruthi8414@gmail.com" userId="b7aef5ca1a543438" providerId="LiveId" clId="{C064DD0B-175B-4F91-9F9F-E4DFF6575C29}" dt="2026-01-22T17:03:14.980" v="1347" actId="478"/>
          <ac:spMkLst>
            <pc:docMk/>
            <pc:sldMk cId="893025881" sldId="282"/>
            <ac:spMk id="3" creationId="{83507D88-B17C-4005-9465-C089E6BDCE4A}"/>
          </ac:spMkLst>
        </pc:spChg>
        <pc:spChg chg="add mod ord">
          <ac:chgData name="patibandla.jagruthi8414@gmail.com" userId="b7aef5ca1a543438" providerId="LiveId" clId="{C064DD0B-175B-4F91-9F9F-E4DFF6575C29}" dt="2026-01-22T17:08:52.256" v="1582" actId="20577"/>
          <ac:spMkLst>
            <pc:docMk/>
            <pc:sldMk cId="893025881" sldId="282"/>
            <ac:spMk id="4" creationId="{FFB3D66E-BAA7-1CE9-C3FB-C1756DF95AD0}"/>
          </ac:spMkLst>
        </pc:spChg>
        <pc:spChg chg="del mod">
          <ac:chgData name="patibandla.jagruthi8414@gmail.com" userId="b7aef5ca1a543438" providerId="LiveId" clId="{C064DD0B-175B-4F91-9F9F-E4DFF6575C29}" dt="2026-01-22T17:03:46.784" v="1356" actId="478"/>
          <ac:spMkLst>
            <pc:docMk/>
            <pc:sldMk cId="893025881" sldId="282"/>
            <ac:spMk id="5" creationId="{00000000-0000-0000-0000-000000000000}"/>
          </ac:spMkLst>
        </pc:spChg>
        <pc:spChg chg="mod">
          <ac:chgData name="patibandla.jagruthi8414@gmail.com" userId="b7aef5ca1a543438" providerId="LiveId" clId="{C064DD0B-175B-4F91-9F9F-E4DFF6575C29}" dt="2026-01-22T17:03:08.789" v="1345" actId="20577"/>
          <ac:spMkLst>
            <pc:docMk/>
            <pc:sldMk cId="893025881" sldId="282"/>
            <ac:spMk id="9" creationId="{00000000-0000-0000-0000-000000000000}"/>
          </ac:spMkLst>
        </pc:spChg>
        <pc:spChg chg="del mod ord">
          <ac:chgData name="patibandla.jagruthi8414@gmail.com" userId="b7aef5ca1a543438" providerId="LiveId" clId="{C064DD0B-175B-4F91-9F9F-E4DFF6575C29}" dt="2026-01-22T17:04:34.956" v="1359" actId="700"/>
          <ac:spMkLst>
            <pc:docMk/>
            <pc:sldMk cId="893025881" sldId="282"/>
            <ac:spMk id="10" creationId="{00000000-0000-0000-0000-000000000000}"/>
          </ac:spMkLst>
        </pc:spChg>
        <pc:spChg chg="add del mod ord">
          <ac:chgData name="patibandla.jagruthi8414@gmail.com" userId="b7aef5ca1a543438" providerId="LiveId" clId="{C064DD0B-175B-4F91-9F9F-E4DFF6575C29}" dt="2026-01-22T17:04:51.301" v="1362" actId="478"/>
          <ac:spMkLst>
            <pc:docMk/>
            <pc:sldMk cId="893025881" sldId="282"/>
            <ac:spMk id="12" creationId="{17A1E479-3224-F6FA-46BB-BB96B37B2645}"/>
          </ac:spMkLst>
        </pc:spChg>
        <pc:spChg chg="del">
          <ac:chgData name="patibandla.jagruthi8414@gmail.com" userId="b7aef5ca1a543438" providerId="LiveId" clId="{C064DD0B-175B-4F91-9F9F-E4DFF6575C29}" dt="2026-01-22T17:03:19.982" v="1348" actId="478"/>
          <ac:spMkLst>
            <pc:docMk/>
            <pc:sldMk cId="893025881" sldId="282"/>
            <ac:spMk id="20" creationId="{52B12E68-8015-487A-87C4-BF63E9056659}"/>
          </ac:spMkLst>
        </pc:spChg>
        <pc:spChg chg="del mod">
          <ac:chgData name="patibandla.jagruthi8414@gmail.com" userId="b7aef5ca1a543438" providerId="LiveId" clId="{C064DD0B-175B-4F91-9F9F-E4DFF6575C29}" dt="2026-01-22T17:03:27.050" v="1350" actId="478"/>
          <ac:spMkLst>
            <pc:docMk/>
            <pc:sldMk cId="893025881" sldId="282"/>
            <ac:spMk id="22" creationId="{E4FD6AB2-EB32-402C-BC6B-579C8B08D541}"/>
          </ac:spMkLst>
        </pc:spChg>
        <pc:spChg chg="mod">
          <ac:chgData name="patibandla.jagruthi8414@gmail.com" userId="b7aef5ca1a543438" providerId="LiveId" clId="{C064DD0B-175B-4F91-9F9F-E4DFF6575C29}" dt="2026-01-22T17:03:01.294" v="1342" actId="20577"/>
          <ac:spMkLst>
            <pc:docMk/>
            <pc:sldMk cId="893025881" sldId="282"/>
            <ac:spMk id="25" creationId="{8E6C017A-BE5B-443C-B929-BF7D929C214F}"/>
          </ac:spMkLst>
        </pc:spChg>
        <pc:grpChg chg="del">
          <ac:chgData name="patibandla.jagruthi8414@gmail.com" userId="b7aef5ca1a543438" providerId="LiveId" clId="{C064DD0B-175B-4F91-9F9F-E4DFF6575C29}" dt="2026-01-22T17:03:27.050" v="1350" actId="478"/>
          <ac:grpSpMkLst>
            <pc:docMk/>
            <pc:sldMk cId="893025881" sldId="282"/>
            <ac:grpSpMk id="19" creationId="{AD23CF99-30DD-4C42-A3D5-D9C7DF60A66E}"/>
          </ac:grpSpMkLst>
        </pc:grpChg>
        <pc:grpChg chg="del topLvl">
          <ac:chgData name="patibandla.jagruthi8414@gmail.com" userId="b7aef5ca1a543438" providerId="LiveId" clId="{C064DD0B-175B-4F91-9F9F-E4DFF6575C29}" dt="2026-01-22T17:05:50.887" v="1395" actId="478"/>
          <ac:grpSpMkLst>
            <pc:docMk/>
            <pc:sldMk cId="893025881" sldId="282"/>
            <ac:grpSpMk id="23" creationId="{ECE6C5E3-70C8-45F8-ACDC-FDA61C407AC6}"/>
          </ac:grpSpMkLst>
        </pc:grpChg>
        <pc:grpChg chg="del">
          <ac:chgData name="patibandla.jagruthi8414@gmail.com" userId="b7aef5ca1a543438" providerId="LiveId" clId="{C064DD0B-175B-4F91-9F9F-E4DFF6575C29}" dt="2026-01-22T17:03:11.997" v="1346" actId="478"/>
          <ac:grpSpMkLst>
            <pc:docMk/>
            <pc:sldMk cId="893025881" sldId="282"/>
            <ac:grpSpMk id="24" creationId="{E294B580-9A21-406E-956B-7B3A0F93CDB1}"/>
          </ac:grpSpMkLst>
        </pc:grpChg>
        <pc:picChg chg="del">
          <ac:chgData name="patibandla.jagruthi8414@gmail.com" userId="b7aef5ca1a543438" providerId="LiveId" clId="{C064DD0B-175B-4F91-9F9F-E4DFF6575C29}" dt="2026-01-22T17:02:52.373" v="1338" actId="478"/>
          <ac:picMkLst>
            <pc:docMk/>
            <pc:sldMk cId="893025881" sldId="282"/>
            <ac:picMk id="2" creationId="{00000000-0000-0000-0000-000000000000}"/>
          </ac:picMkLst>
        </pc:picChg>
        <pc:picChg chg="del">
          <ac:chgData name="patibandla.jagruthi8414@gmail.com" userId="b7aef5ca1a543438" providerId="LiveId" clId="{C064DD0B-175B-4F91-9F9F-E4DFF6575C29}" dt="2026-01-22T17:03:06.316" v="1344" actId="478"/>
          <ac:picMkLst>
            <pc:docMk/>
            <pc:sldMk cId="893025881" sldId="282"/>
            <ac:picMk id="7" creationId="{00000000-0000-0000-0000-000000000000}"/>
          </ac:picMkLst>
        </pc:picChg>
        <pc:picChg chg="del">
          <ac:chgData name="patibandla.jagruthi8414@gmail.com" userId="b7aef5ca1a543438" providerId="LiveId" clId="{C064DD0B-175B-4F91-9F9F-E4DFF6575C29}" dt="2026-01-22T17:03:04.145" v="1343" actId="478"/>
          <ac:picMkLst>
            <pc:docMk/>
            <pc:sldMk cId="893025881" sldId="282"/>
            <ac:picMk id="8" creationId="{00000000-0000-0000-0000-000000000000}"/>
          </ac:picMkLst>
        </pc:picChg>
        <pc:picChg chg="del topLvl">
          <ac:chgData name="patibandla.jagruthi8414@gmail.com" userId="b7aef5ca1a543438" providerId="LiveId" clId="{C064DD0B-175B-4F91-9F9F-E4DFF6575C29}" dt="2026-01-22T17:03:11.997" v="1346" actId="478"/>
          <ac:picMkLst>
            <pc:docMk/>
            <pc:sldMk cId="893025881" sldId="282"/>
            <ac:picMk id="11" creationId="{00000000-0000-0000-0000-000000000000}"/>
          </ac:picMkLst>
        </pc:pic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4C3FCC2-4E7A-4671-AA79-177CB194E449}" type="datetimeFigureOut">
              <a:rPr lang="en-US" smtClean="0"/>
              <a:t>1/22/2026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A01C38D-F26D-4167-83EF-8774BC62D54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3605061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F61EA0F-A667-4B49-8422-0062BC55E249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8754570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33238323-0ADF-4328-9564-AEB5DFD80DB6}"/>
              </a:ext>
            </a:extLst>
          </p:cNvPr>
          <p:cNvSpPr/>
          <p:nvPr userDrawn="1"/>
        </p:nvSpPr>
        <p:spPr bwMode="blackWhite">
          <a:xfrm>
            <a:off x="254950" y="262784"/>
            <a:ext cx="11682101" cy="6332433"/>
          </a:xfrm>
          <a:prstGeom prst="rect">
            <a:avLst/>
          </a:prstGeom>
          <a:solidFill>
            <a:srgbClr val="D247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B776FAE-C8F8-44A1-8BC7-9EB94837145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333500"/>
            <a:ext cx="9144000" cy="1790700"/>
          </a:xfrm>
        </p:spPr>
        <p:txBody>
          <a:bodyPr vert="horz" lIns="91440" tIns="0" rIns="91440" bIns="0" rtlCol="0" anchor="t" anchorCtr="0">
            <a:noAutofit/>
          </a:bodyPr>
          <a:lstStyle>
            <a:lvl1pPr>
              <a:lnSpc>
                <a:spcPct val="100000"/>
              </a:lnSpc>
              <a:defRPr lang="en-US" sz="4800" dirty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A7900C6-1C2C-4612-8672-356C6DDFDCB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128009"/>
            <a:ext cx="9144000" cy="1287675"/>
          </a:xfrm>
        </p:spPr>
        <p:txBody>
          <a:bodyPr vert="horz" lIns="91440" tIns="45720" rIns="91440" bIns="45720" rtlCol="0" anchor="t" anchorCtr="0">
            <a:noAutofit/>
          </a:bodyPr>
          <a:lstStyle>
            <a:lvl1pPr marL="0" indent="0">
              <a:buNone/>
              <a:defRPr lang="en-US" sz="2400" dirty="0">
                <a:solidFill>
                  <a:schemeClr val="bg1"/>
                </a:solidFill>
                <a:latin typeface="+mj-lt"/>
              </a:defRPr>
            </a:lvl1pPr>
          </a:lstStyle>
          <a:p>
            <a:pPr marL="228600" lvl="0" indent="-228600">
              <a:lnSpc>
                <a:spcPct val="150000"/>
              </a:lnSpc>
              <a:spcAft>
                <a:spcPts val="1200"/>
              </a:spcAft>
            </a:pPr>
            <a:r>
              <a:rPr lang="en-US"/>
              <a:t>Click to edit Master subtitle style</a:t>
            </a:r>
            <a:endParaRPr lang="en-US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5274E620-B44E-41FF-8FA1-D955BD69C0B9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648" r="13926" b="71478"/>
          <a:stretch/>
        </p:blipFill>
        <p:spPr>
          <a:xfrm>
            <a:off x="342899" y="4546601"/>
            <a:ext cx="11715751" cy="20256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2114646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345A2570-7517-4576-B836-E4E6D3E743B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-3"/>
          <a:stretch/>
        </p:blipFill>
        <p:spPr>
          <a:xfrm>
            <a:off x="269032" y="4801396"/>
            <a:ext cx="11653936" cy="1786228"/>
          </a:xfrm>
          <a:prstGeom prst="rect">
            <a:avLst/>
          </a:prstGeom>
        </p:spPr>
      </p:pic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859B673-4507-4B72-871E-0018907875D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4433" y="1604211"/>
            <a:ext cx="10983131" cy="4572752"/>
          </a:xfrm>
        </p:spPr>
        <p:txBody>
          <a:bodyPr/>
          <a:lstStyle>
            <a:lvl1pPr marL="0" indent="0">
              <a:spcAft>
                <a:spcPts val="1200"/>
              </a:spcAft>
              <a:buSzPct val="25000"/>
              <a:buFont typeface="Segoe UI" panose="020B0502040204020203" pitchFamily="34" charset="0"/>
              <a:buChar char=" "/>
              <a:defRPr sz="1200"/>
            </a:lvl1pPr>
            <a:lvl2pPr marL="401638" indent="7938">
              <a:spcBef>
                <a:spcPts val="600"/>
              </a:spcBef>
              <a:spcAft>
                <a:spcPts val="1200"/>
              </a:spcAft>
              <a:buFont typeface="Segoe UI" panose="020B0502040204020203" pitchFamily="34" charset="0"/>
              <a:buChar char=" "/>
              <a:defRPr sz="1200"/>
            </a:lvl2pPr>
            <a:lvl3pPr marL="1143000" indent="-228600">
              <a:buFont typeface="Segoe UI" panose="020B0502040204020203" pitchFamily="34" charset="0"/>
              <a:buChar char=" "/>
              <a:defRPr/>
            </a:lvl3pPr>
            <a:lvl4pPr marL="1600200" indent="-228600">
              <a:buFont typeface="Segoe UI" panose="020B0502040204020203" pitchFamily="34" charset="0"/>
              <a:buChar char=" "/>
              <a:defRPr/>
            </a:lvl4pPr>
            <a:lvl5pPr marL="2057400" indent="-228600">
              <a:buFont typeface="Segoe UI" panose="020B0502040204020203" pitchFamily="34" charset="0"/>
              <a:buChar char=" "/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9" name="Title 8">
            <a:extLst>
              <a:ext uri="{FF2B5EF4-FFF2-40B4-BE49-F238E27FC236}">
                <a16:creationId xmlns:a16="http://schemas.microsoft.com/office/drawing/2014/main" id="{FB8AB91F-D739-4DD5-859B-B16B125BECF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271034064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345A2570-7517-4576-B836-E4E6D3E743B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-3"/>
          <a:stretch/>
        </p:blipFill>
        <p:spPr>
          <a:xfrm>
            <a:off x="269032" y="4801396"/>
            <a:ext cx="11653936" cy="1786228"/>
          </a:xfrm>
          <a:prstGeom prst="rect">
            <a:avLst/>
          </a:prstGeom>
        </p:spPr>
      </p:pic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859B673-4507-4B72-871E-0018907875D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4433" y="1604211"/>
            <a:ext cx="10983131" cy="4572752"/>
          </a:xfrm>
        </p:spPr>
        <p:txBody>
          <a:bodyPr/>
          <a:lstStyle>
            <a:lvl1pPr marL="0" indent="0">
              <a:spcAft>
                <a:spcPts val="1200"/>
              </a:spcAft>
              <a:buSzPct val="25000"/>
              <a:buFont typeface="Segoe UI" panose="020B0502040204020203" pitchFamily="34" charset="0"/>
              <a:buChar char=" "/>
              <a:defRPr sz="1200"/>
            </a:lvl1pPr>
            <a:lvl2pPr marL="401638" indent="7938">
              <a:spcBef>
                <a:spcPts val="600"/>
              </a:spcBef>
              <a:spcAft>
                <a:spcPts val="1200"/>
              </a:spcAft>
              <a:buFont typeface="Segoe UI" panose="020B0502040204020203" pitchFamily="34" charset="0"/>
              <a:buChar char=" "/>
              <a:defRPr sz="1200"/>
            </a:lvl2pPr>
            <a:lvl3pPr marL="1143000" indent="-228600">
              <a:buFont typeface="Segoe UI" panose="020B0502040204020203" pitchFamily="34" charset="0"/>
              <a:buChar char=" "/>
              <a:defRPr/>
            </a:lvl3pPr>
            <a:lvl4pPr marL="1600200" indent="-228600">
              <a:buFont typeface="Segoe UI" panose="020B0502040204020203" pitchFamily="34" charset="0"/>
              <a:buChar char=" "/>
              <a:defRPr/>
            </a:lvl4pPr>
            <a:lvl5pPr marL="2057400" indent="-228600">
              <a:buFont typeface="Segoe UI" panose="020B0502040204020203" pitchFamily="34" charset="0"/>
              <a:buChar char=" "/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0E770BB0-A521-41C6-A0AE-BEE679D2AD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14046577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>
            <a:extLst>
              <a:ext uri="{FF2B5EF4-FFF2-40B4-BE49-F238E27FC236}">
                <a16:creationId xmlns:a16="http://schemas.microsoft.com/office/drawing/2014/main" id="{5F89203F-46EF-44A2-956A-7FF6AF93BE72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-3"/>
          <a:stretch/>
        </p:blipFill>
        <p:spPr>
          <a:xfrm>
            <a:off x="269032" y="4801396"/>
            <a:ext cx="11653936" cy="1786228"/>
          </a:xfrm>
          <a:prstGeom prst="rect">
            <a:avLst/>
          </a:prstGeom>
        </p:spPr>
      </p:pic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D1D47175-944E-463B-ABBB-06669A47391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90862" y="1507068"/>
            <a:ext cx="3192379" cy="4669896"/>
          </a:xfrm>
        </p:spPr>
        <p:txBody>
          <a:bodyPr anchor="ctr"/>
          <a:lstStyle>
            <a:lvl1pPr marL="0" indent="0" algn="l">
              <a:lnSpc>
                <a:spcPct val="150000"/>
              </a:lnSpc>
              <a:spcAft>
                <a:spcPts val="1200"/>
              </a:spcAft>
              <a:buSzPct val="25000"/>
              <a:buFont typeface="Segoe UI" panose="020B0502040204020203" pitchFamily="34" charset="0"/>
              <a:buChar char=" "/>
              <a:defRPr sz="1200"/>
            </a:lvl1pPr>
            <a:lvl2pPr marL="401638" indent="7938" algn="l">
              <a:spcBef>
                <a:spcPts val="600"/>
              </a:spcBef>
              <a:spcAft>
                <a:spcPts val="1200"/>
              </a:spcAft>
              <a:buFont typeface="Segoe UI" panose="020B0502040204020203" pitchFamily="34" charset="0"/>
              <a:buChar char=" "/>
              <a:defRPr sz="1200"/>
            </a:lvl2pPr>
            <a:lvl3pPr marL="1143000" indent="-228600">
              <a:buFont typeface="Segoe UI" panose="020B0502040204020203" pitchFamily="34" charset="0"/>
              <a:buChar char=" "/>
              <a:defRPr/>
            </a:lvl3pPr>
            <a:lvl4pPr marL="1600200" indent="-228600">
              <a:buFont typeface="Segoe UI" panose="020B0502040204020203" pitchFamily="34" charset="0"/>
              <a:buChar char=" "/>
              <a:defRPr/>
            </a:lvl4pPr>
            <a:lvl5pPr marL="2057400" indent="-228600">
              <a:buFont typeface="Segoe UI" panose="020B0502040204020203" pitchFamily="34" charset="0"/>
              <a:buChar char=" "/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A40725B0-0DB7-41CE-9C4C-39E8D0F6325E}"/>
              </a:ext>
            </a:extLst>
          </p:cNvPr>
          <p:cNvSpPr>
            <a:spLocks noGrp="1"/>
          </p:cNvSpPr>
          <p:nvPr>
            <p:ph idx="13"/>
          </p:nvPr>
        </p:nvSpPr>
        <p:spPr>
          <a:xfrm>
            <a:off x="4395537" y="1507068"/>
            <a:ext cx="7143905" cy="4669896"/>
          </a:xfrm>
        </p:spPr>
        <p:txBody>
          <a:bodyPr anchor="ctr"/>
          <a:lstStyle>
            <a:lvl1pPr marL="0" indent="0">
              <a:spcAft>
                <a:spcPts val="1200"/>
              </a:spcAft>
              <a:buSzPct val="25000"/>
              <a:buFont typeface="Segoe UI" panose="020B0502040204020203" pitchFamily="34" charset="0"/>
              <a:buChar char=" "/>
              <a:defRPr sz="1200"/>
            </a:lvl1pPr>
            <a:lvl2pPr marL="401638" indent="7938">
              <a:spcBef>
                <a:spcPts val="600"/>
              </a:spcBef>
              <a:spcAft>
                <a:spcPts val="1200"/>
              </a:spcAft>
              <a:buFont typeface="Segoe UI" panose="020B0502040204020203" pitchFamily="34" charset="0"/>
              <a:buChar char=" "/>
              <a:defRPr sz="1200"/>
            </a:lvl2pPr>
            <a:lvl3pPr marL="1143000" indent="-228600">
              <a:buFont typeface="Segoe UI" panose="020B0502040204020203" pitchFamily="34" charset="0"/>
              <a:buChar char=" "/>
              <a:defRPr/>
            </a:lvl3pPr>
            <a:lvl4pPr marL="1600200" indent="-228600">
              <a:buFont typeface="Segoe UI" panose="020B0502040204020203" pitchFamily="34" charset="0"/>
              <a:buChar char=" "/>
              <a:defRPr/>
            </a:lvl4pPr>
            <a:lvl5pPr marL="2057400" indent="-228600">
              <a:buFont typeface="Segoe UI" panose="020B0502040204020203" pitchFamily="34" charset="0"/>
              <a:buChar char=" "/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11" name="Title 10">
            <a:extLst>
              <a:ext uri="{FF2B5EF4-FFF2-40B4-BE49-F238E27FC236}">
                <a16:creationId xmlns:a16="http://schemas.microsoft.com/office/drawing/2014/main" id="{F9E63483-559C-4A6F-B04F-D6C56A3CC0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204944457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/>
          <p:nvPr userDrawn="1"/>
        </p:nvSpPr>
        <p:spPr>
          <a:xfrm>
            <a:off x="254951" y="262784"/>
            <a:ext cx="11683049" cy="6332433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10" name="Rectangle 9"/>
          <p:cNvSpPr/>
          <p:nvPr userDrawn="1"/>
        </p:nvSpPr>
        <p:spPr bwMode="blackWhite">
          <a:xfrm>
            <a:off x="254950" y="262784"/>
            <a:ext cx="11682101" cy="2072643"/>
          </a:xfrm>
          <a:prstGeom prst="rect">
            <a:avLst/>
          </a:prstGeom>
          <a:solidFill>
            <a:srgbClr val="D247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21208" y="1536192"/>
            <a:ext cx="6876288" cy="640080"/>
          </a:xfrm>
        </p:spPr>
        <p:txBody>
          <a:bodyPr>
            <a:normAutofit/>
          </a:bodyPr>
          <a:lstStyle>
            <a:lvl1pPr>
              <a:defRPr sz="360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Content Placeholder 6"/>
          <p:cNvSpPr>
            <a:spLocks noGrp="1"/>
          </p:cNvSpPr>
          <p:nvPr>
            <p:ph sz="quarter" idx="13"/>
          </p:nvPr>
        </p:nvSpPr>
        <p:spPr>
          <a:xfrm>
            <a:off x="539496" y="2560320"/>
            <a:ext cx="9445752" cy="3977640"/>
          </a:xfrm>
        </p:spPr>
        <p:txBody>
          <a:bodyPr vert="horz" lIns="91440" tIns="45720" rIns="91440" bIns="45720" rtlCol="0">
            <a:normAutofit/>
          </a:bodyPr>
          <a:lstStyle>
            <a:lvl1pPr>
              <a:defRPr lang="en-US" sz="2400" smtClean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</a:defRPr>
            </a:lvl1pPr>
            <a:lvl2pPr>
              <a:defRPr lang="en-US" sz="1200" dirty="0" smtClean="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defRPr lang="en-US" sz="1200" dirty="0" smtClean="0"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defRPr lang="en-US" sz="1200" dirty="0" smtClean="0"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>
              <a:defRPr lang="en-US" sz="1200" dirty="0"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marL="0" lvl="0" indent="0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None/>
            </a:pPr>
            <a:r>
              <a:rPr lang="en-US"/>
              <a:t>Click to edit Master text styles</a:t>
            </a:r>
          </a:p>
          <a:p>
            <a:pPr marL="0" lvl="1" indent="0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None/>
            </a:pPr>
            <a:r>
              <a:rPr lang="en-US"/>
              <a:t>Second level</a:t>
            </a:r>
          </a:p>
          <a:p>
            <a:pPr marL="0" lvl="2" indent="0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None/>
            </a:pPr>
            <a:r>
              <a:rPr lang="en-US"/>
              <a:t>Third level</a:t>
            </a:r>
          </a:p>
          <a:p>
            <a:pPr marL="0" lvl="3" indent="0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None/>
            </a:pPr>
            <a:r>
              <a:rPr lang="en-US"/>
              <a:t>Fourth level</a:t>
            </a:r>
          </a:p>
          <a:p>
            <a:pPr marL="0" lvl="4" indent="0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None/>
            </a:pPr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9782844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/>
          <p:nvPr userDrawn="1"/>
        </p:nvSpPr>
        <p:spPr>
          <a:xfrm>
            <a:off x="256032" y="265176"/>
            <a:ext cx="11683049" cy="6332433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b" anchorCtr="0"/>
          <a:lstStyle/>
          <a:p>
            <a:pPr algn="ctr"/>
            <a:endParaRPr lang="en-US" sz="1800" dirty="0"/>
          </a:p>
        </p:txBody>
      </p:sp>
      <p:cxnSp>
        <p:nvCxnSpPr>
          <p:cNvPr id="12" name="Straight Connector 11"/>
          <p:cNvCxnSpPr/>
          <p:nvPr userDrawn="1"/>
        </p:nvCxnSpPr>
        <p:spPr>
          <a:xfrm>
            <a:off x="604434" y="1196392"/>
            <a:ext cx="10983132" cy="0"/>
          </a:xfrm>
          <a:prstGeom prst="line">
            <a:avLst/>
          </a:prstGeom>
          <a:ln w="25400">
            <a:solidFill>
              <a:srgbClr val="D2472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itle 3">
            <a:extLst>
              <a:ext uri="{FF2B5EF4-FFF2-40B4-BE49-F238E27FC236}">
                <a16:creationId xmlns:a16="http://schemas.microsoft.com/office/drawing/2014/main" id="{0017C897-2775-4930-B0BE-BEB72453232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314815899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tand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/>
          <p:nvPr userDrawn="1"/>
        </p:nvSpPr>
        <p:spPr>
          <a:xfrm>
            <a:off x="256032" y="265176"/>
            <a:ext cx="11683049" cy="6332433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b" anchorCtr="0"/>
          <a:lstStyle/>
          <a:p>
            <a:pPr algn="ctr"/>
            <a:endParaRPr lang="en-US" sz="1800" dirty="0"/>
          </a:p>
        </p:txBody>
      </p:sp>
      <p:cxnSp>
        <p:nvCxnSpPr>
          <p:cNvPr id="12" name="Straight Connector 11"/>
          <p:cNvCxnSpPr/>
          <p:nvPr userDrawn="1"/>
        </p:nvCxnSpPr>
        <p:spPr>
          <a:xfrm>
            <a:off x="604434" y="1196392"/>
            <a:ext cx="10983132" cy="0"/>
          </a:xfrm>
          <a:prstGeom prst="line">
            <a:avLst/>
          </a:prstGeom>
          <a:ln w="25400">
            <a:solidFill>
              <a:srgbClr val="D2472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6" name="Picture 5">
            <a:extLst>
              <a:ext uri="{FF2B5EF4-FFF2-40B4-BE49-F238E27FC236}">
                <a16:creationId xmlns:a16="http://schemas.microsoft.com/office/drawing/2014/main" id="{D258610D-0376-4D1E-8ED8-29382288BB0C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41783" t="-3"/>
          <a:stretch/>
        </p:blipFill>
        <p:spPr>
          <a:xfrm>
            <a:off x="269032" y="4801396"/>
            <a:ext cx="11653936" cy="1786228"/>
          </a:xfrm>
          <a:prstGeom prst="rect">
            <a:avLst/>
          </a:prstGeom>
        </p:spPr>
      </p:pic>
      <p:sp>
        <p:nvSpPr>
          <p:cNvPr id="3" name="Title 2">
            <a:extLst>
              <a:ext uri="{FF2B5EF4-FFF2-40B4-BE49-F238E27FC236}">
                <a16:creationId xmlns:a16="http://schemas.microsoft.com/office/drawing/2014/main" id="{21C16CD2-606C-441E-BBA3-51767980CC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99350173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97667540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9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CD5FD28E-AEC9-43B8-86F4-9CD3C41D49D7}"/>
              </a:ext>
            </a:extLst>
          </p:cNvPr>
          <p:cNvSpPr/>
          <p:nvPr userDrawn="1"/>
        </p:nvSpPr>
        <p:spPr>
          <a:xfrm>
            <a:off x="256032" y="265176"/>
            <a:ext cx="11683049" cy="6332433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b" anchorCtr="0"/>
          <a:lstStyle/>
          <a:p>
            <a:pPr algn="ctr"/>
            <a:endParaRPr lang="en-US" sz="1800" dirty="0"/>
          </a:p>
        </p:txBody>
      </p:sp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C5AFE014-E3CD-4B9A-A705-F1CADD8F42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4434" y="448628"/>
            <a:ext cx="10983132" cy="747763"/>
          </a:xfrm>
          <a:prstGeom prst="rect">
            <a:avLst/>
          </a:prstGeom>
        </p:spPr>
        <p:txBody>
          <a:bodyPr vert="horz" lIns="91440" tIns="45720" rIns="91440" bIns="45720" rtlCol="0" anchor="ctr" anchorCtr="0">
            <a:normAutofit/>
          </a:bodyPr>
          <a:lstStyle/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1ADE5F7-8A52-43AD-8F30-F13CF545061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9DC85AE-A002-4BA3-8D90-3960ED0FF8F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744E560-77BF-4D1A-B6E7-CD55CE12B1B8}" type="datetimeFigureOut">
              <a:rPr lang="en-US" smtClean="0"/>
              <a:t>1/22/2026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2103AA5-C732-4ECB-88D6-DAA20E2C1C6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C280433-CBB5-49C5-B032-5A800E5D095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359379A-16E2-4C4A-96D0-A52C442257E7}" type="slidenum">
              <a:rPr lang="en-US" smtClean="0"/>
              <a:t>‹#›</a:t>
            </a:fld>
            <a:endParaRPr lang="en-US"/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E32A06DA-7FF5-4DDE-94D0-63A83DB241E8}"/>
              </a:ext>
            </a:extLst>
          </p:cNvPr>
          <p:cNvCxnSpPr/>
          <p:nvPr userDrawn="1"/>
        </p:nvCxnSpPr>
        <p:spPr>
          <a:xfrm>
            <a:off x="604434" y="1196392"/>
            <a:ext cx="10983132" cy="0"/>
          </a:xfrm>
          <a:prstGeom prst="line">
            <a:avLst/>
          </a:prstGeom>
          <a:ln w="25400">
            <a:solidFill>
              <a:srgbClr val="D2472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30851409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63" r:id="rId3"/>
    <p:sldLayoutId id="2147483652" r:id="rId4"/>
    <p:sldLayoutId id="2147483660" r:id="rId5"/>
    <p:sldLayoutId id="2147483662" r:id="rId6"/>
    <p:sldLayoutId id="2147483661" r:id="rId7"/>
    <p:sldLayoutId id="2147483655" r:id="rId8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lang="en-US" sz="2800" kern="1200">
          <a:solidFill>
            <a:schemeClr val="bg2">
              <a:lumMod val="25000"/>
            </a:schemeClr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5EF8D61-9318-4DC8-A868-2B1BFDD2B2C0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sz="6000" dirty="0"/>
              <a:t>     Market Dynamics:</a:t>
            </a:r>
            <a:br>
              <a:rPr lang="en-US" dirty="0"/>
            </a:br>
            <a:r>
              <a:rPr lang="en-US" dirty="0"/>
              <a:t>            Flipkart protein</a:t>
            </a:r>
            <a:br>
              <a:rPr lang="en-US" dirty="0"/>
            </a:b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C322DE6-C2BE-4B53-BC28-C43EBD0052A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128009"/>
            <a:ext cx="9665110" cy="3272791"/>
          </a:xfrm>
        </p:spPr>
        <p:txBody>
          <a:bodyPr/>
          <a:lstStyle/>
          <a:p>
            <a:r>
              <a:rPr lang="en-US" sz="3200" dirty="0"/>
              <a:t>E-Commerce insights &amp; strategic Analysis</a:t>
            </a:r>
          </a:p>
          <a:p>
            <a:endParaRPr lang="en-US" sz="3200" dirty="0"/>
          </a:p>
          <a:p>
            <a:r>
              <a:rPr lang="en-US" sz="3200" dirty="0"/>
              <a:t>                       Presented by</a:t>
            </a:r>
          </a:p>
          <a:p>
            <a:r>
              <a:rPr lang="en-US" sz="3200" dirty="0"/>
              <a:t>               </a:t>
            </a:r>
            <a:r>
              <a:rPr lang="en-US" sz="4000" dirty="0"/>
              <a:t>P. Karunya Chowdary</a:t>
            </a:r>
          </a:p>
          <a:p>
            <a:r>
              <a:rPr lang="en-US" sz="3200" dirty="0"/>
              <a:t>             </a:t>
            </a:r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566FA85D-3B0A-4E0C-B8AC-042993910A93}"/>
              </a:ext>
            </a:extLst>
          </p:cNvPr>
          <p:cNvSpPr txBox="1">
            <a:spLocks/>
          </p:cNvSpPr>
          <p:nvPr/>
        </p:nvSpPr>
        <p:spPr>
          <a:xfrm flipH="1" flipV="1">
            <a:off x="10525126" y="5750823"/>
            <a:ext cx="74048" cy="45719"/>
          </a:xfrm>
          <a:prstGeom prst="rect">
            <a:avLst/>
          </a:prstGeom>
        </p:spPr>
        <p:txBody>
          <a:bodyPr anchor="t">
            <a:normAutofit fontScale="25000" lnSpcReduction="2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600" kern="1200">
                <a:solidFill>
                  <a:srgbClr val="408E93"/>
                </a:solidFill>
                <a:latin typeface="Agency FB" panose="020B0503020202020204" pitchFamily="34" charset="0"/>
                <a:ea typeface="+mj-ea"/>
                <a:cs typeface="Segoe UI Light" panose="020B0502040204020203" pitchFamily="34" charset="0"/>
              </a:defRPr>
            </a:lvl1pPr>
          </a:lstStyle>
          <a:p>
            <a:pPr>
              <a:spcBef>
                <a:spcPts val="1000"/>
              </a:spcBef>
            </a:pPr>
            <a:endParaRPr lang="en-US" sz="1800" dirty="0">
              <a:solidFill>
                <a:schemeClr val="bg1"/>
              </a:solidFill>
              <a:latin typeface="+mj-lt"/>
              <a:ea typeface="+mn-ea"/>
              <a:cs typeface="+mn-cs"/>
            </a:endParaRPr>
          </a:p>
        </p:txBody>
      </p:sp>
      <p:sp>
        <p:nvSpPr>
          <p:cNvPr id="4" name="Subtitle 2">
            <a:extLst>
              <a:ext uri="{FF2B5EF4-FFF2-40B4-BE49-F238E27FC236}">
                <a16:creationId xmlns:a16="http://schemas.microsoft.com/office/drawing/2014/main" id="{0FE0F52F-ADF1-4011-A51B-92383D0AB7F8}"/>
              </a:ext>
            </a:extLst>
          </p:cNvPr>
          <p:cNvSpPr txBox="1">
            <a:spLocks/>
          </p:cNvSpPr>
          <p:nvPr/>
        </p:nvSpPr>
        <p:spPr>
          <a:xfrm>
            <a:off x="8077762" y="5524500"/>
            <a:ext cx="3760738" cy="1020560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 defTabSz="914400" rtl="0" eaLnBrk="1" latinLnBrk="0" hangingPunct="1">
              <a:lnSpc>
                <a:spcPct val="11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300" kern="1200">
                <a:solidFill>
                  <a:schemeClr val="bg1"/>
                </a:solidFill>
                <a:latin typeface="Segoe UI Light" panose="020B0502040204020203" pitchFamily="34" charset="0"/>
                <a:ea typeface="+mn-ea"/>
                <a:cs typeface="Segoe UI Light" panose="020B0502040204020203" pitchFamily="34" charset="0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sz="1200" dirty="0"/>
          </a:p>
          <a:p>
            <a:endParaRPr lang="en-US" sz="1200" u="sng" dirty="0"/>
          </a:p>
        </p:txBody>
      </p:sp>
    </p:spTree>
    <p:extLst>
      <p:ext uri="{BB962C8B-B14F-4D97-AF65-F5344CB8AC3E}">
        <p14:creationId xmlns:p14="http://schemas.microsoft.com/office/powerpoint/2010/main" val="299758032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31795B-A93A-416C-8052-FAF4D9073E6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IN" sz="4800" dirty="0">
                <a:solidFill>
                  <a:schemeClr val="tx1"/>
                </a:solidFill>
              </a:rPr>
              <a:t>Protein Market Analysis</a:t>
            </a:r>
            <a:endParaRPr lang="en-US" sz="4800" dirty="0">
              <a:solidFill>
                <a:schemeClr val="tx1"/>
              </a:solidFill>
            </a:endParaRPr>
          </a:p>
        </p:txBody>
      </p:sp>
      <p:sp>
        <p:nvSpPr>
          <p:cNvPr id="4" name="Text Placeholder 5" descr="2D Slides">
            <a:extLst>
              <a:ext uri="{FF2B5EF4-FFF2-40B4-BE49-F238E27FC236}">
                <a16:creationId xmlns:a16="http://schemas.microsoft.com/office/drawing/2014/main" id="{5D483DB7-3925-4129-9AB3-FF75028415D3}"/>
              </a:ext>
            </a:extLst>
          </p:cNvPr>
          <p:cNvSpPr txBox="1">
            <a:spLocks/>
          </p:cNvSpPr>
          <p:nvPr/>
        </p:nvSpPr>
        <p:spPr>
          <a:xfrm>
            <a:off x="1382178" y="1452563"/>
            <a:ext cx="3475038" cy="3866689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endParaRPr lang="en-US" dirty="0"/>
          </a:p>
        </p:txBody>
      </p:sp>
      <p:sp>
        <p:nvSpPr>
          <p:cNvPr id="32" name="Text Placeholder 6" descr="3D Models">
            <a:extLst>
              <a:ext uri="{FF2B5EF4-FFF2-40B4-BE49-F238E27FC236}">
                <a16:creationId xmlns:a16="http://schemas.microsoft.com/office/drawing/2014/main" id="{0D4EB70A-0A14-4B27-B499-59D76007ABA8}"/>
              </a:ext>
            </a:extLst>
          </p:cNvPr>
          <p:cNvSpPr txBox="1">
            <a:spLocks/>
          </p:cNvSpPr>
          <p:nvPr/>
        </p:nvSpPr>
        <p:spPr>
          <a:xfrm>
            <a:off x="6949858" y="1452563"/>
            <a:ext cx="3475038" cy="365125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endParaRPr lang="en-US" sz="1800" dirty="0">
              <a:latin typeface="+mj-lt"/>
              <a:ea typeface="+mj-ea"/>
              <a:cs typeface="+mj-cs"/>
            </a:endParaRP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4C36A935-E5C7-C0F9-54E2-4AEE9E49FFC2}"/>
              </a:ext>
            </a:extLst>
          </p:cNvPr>
          <p:cNvSpPr txBox="1"/>
          <p:nvPr/>
        </p:nvSpPr>
        <p:spPr>
          <a:xfrm>
            <a:off x="1382178" y="1196391"/>
            <a:ext cx="8705719" cy="46474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R="0" lvl="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tabLst/>
              <a:defRPr/>
            </a:pPr>
            <a:endParaRPr lang="en-US" sz="3200" dirty="0">
              <a:solidFill>
                <a:prstClr val="black"/>
              </a:solidFill>
              <a:latin typeface="Calibri"/>
            </a:endParaRPr>
          </a:p>
          <a:p>
            <a:pPr marL="342900" marR="0" lvl="0" indent="-3429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/>
              <a:buChar char="•"/>
              <a:tabLst/>
              <a:defRPr/>
            </a:pPr>
            <a:r>
              <a:rPr kumimoji="0" lang="en-US" sz="4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Overview of the global and Indian protein market</a:t>
            </a:r>
          </a:p>
          <a:p>
            <a:pPr marL="742950" marR="0" lvl="1" indent="-28575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/>
              <a:buChar char="–"/>
              <a:tabLst/>
              <a:defRPr/>
            </a:pPr>
            <a:r>
              <a:rPr kumimoji="0" lang="en-US" sz="4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Focus on dietary and sports nutrition proteins</a:t>
            </a:r>
          </a:p>
          <a:p>
            <a:pPr marL="742950" marR="0" lvl="1" indent="-28575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/>
              <a:buChar char="–"/>
              <a:tabLst/>
              <a:defRPr/>
            </a:pPr>
            <a:r>
              <a:rPr kumimoji="0" lang="en-US" sz="4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Growing demand driven by health awareness</a:t>
            </a:r>
          </a:p>
        </p:txBody>
      </p:sp>
    </p:spTree>
    <p:extLst>
      <p:ext uri="{BB962C8B-B14F-4D97-AF65-F5344CB8AC3E}">
        <p14:creationId xmlns:p14="http://schemas.microsoft.com/office/powerpoint/2010/main" val="385510815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9E7273F9-59F9-4FB3-9D34-82C64C4F866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4434" y="448628"/>
            <a:ext cx="10983132" cy="747763"/>
          </a:xfrm>
        </p:spPr>
        <p:txBody>
          <a:bodyPr>
            <a:normAutofit/>
          </a:bodyPr>
          <a:lstStyle/>
          <a:p>
            <a:r>
              <a:rPr lang="en-IN" sz="4400" dirty="0">
                <a:solidFill>
                  <a:schemeClr val="tx1"/>
                </a:solidFill>
              </a:rPr>
              <a:t> Market Overview</a:t>
            </a:r>
            <a:endParaRPr lang="en-US" sz="4400" dirty="0">
              <a:solidFill>
                <a:schemeClr val="tx1"/>
              </a:solidFill>
            </a:endParaRPr>
          </a:p>
        </p:txBody>
      </p:sp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95AB49E1-195D-497A-BB31-2158958CA08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90862" y="1507068"/>
            <a:ext cx="3192379" cy="4669896"/>
          </a:xfrm>
        </p:spPr>
        <p:txBody>
          <a:bodyPr>
            <a:normAutofit/>
          </a:bodyPr>
          <a:lstStyle/>
          <a:p>
            <a:pPr lvl="0"/>
            <a:r>
              <a:rPr lang="en-US" dirty="0"/>
              <a:t>.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90AE01F8-5739-7C1D-B2CE-E20DE17EEACC}"/>
              </a:ext>
            </a:extLst>
          </p:cNvPr>
          <p:cNvSpPr txBox="1"/>
          <p:nvPr/>
        </p:nvSpPr>
        <p:spPr>
          <a:xfrm>
            <a:off x="452284" y="3244334"/>
            <a:ext cx="11238271" cy="160043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lang="en-US" sz="4000" dirty="0"/>
          </a:p>
          <a:p>
            <a:endParaRPr lang="en-US" sz="4000" dirty="0"/>
          </a:p>
          <a:p>
            <a:endParaRPr lang="en-IN" dirty="0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F23352B4-FBDF-0D9B-F235-4AB4FEF20BE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0862" y="1887794"/>
            <a:ext cx="9292004" cy="3578941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C9FB2CEF-88B6-8F46-F60E-F7025AE7D8B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790038" y="3244334"/>
            <a:ext cx="2797527" cy="31650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516380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F083D2B2-24CC-41A1-8AC3-EDF2DA2C3A2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sz="4000" dirty="0"/>
              <a:t>Market Segmentation</a:t>
            </a:r>
            <a:endParaRPr lang="en-US" sz="4000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8F014B60-2638-4000-2331-8340263C67F6}"/>
              </a:ext>
            </a:extLst>
          </p:cNvPr>
          <p:cNvSpPr txBox="1"/>
          <p:nvPr/>
        </p:nvSpPr>
        <p:spPr>
          <a:xfrm>
            <a:off x="1229032" y="1690751"/>
            <a:ext cx="9733936" cy="403187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marR="0" lvl="0" indent="-3429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/>
              <a:buChar char="•"/>
              <a:tabLst/>
              <a:defRPr/>
            </a:pPr>
            <a:r>
              <a:rPr kumimoji="0" lang="en-US" sz="4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By Source: Animal-based and Plant-based proteins</a:t>
            </a:r>
          </a:p>
          <a:p>
            <a:pPr marL="742950" marR="0" lvl="1" indent="-28575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/>
              <a:buChar char="–"/>
              <a:tabLst/>
              <a:defRPr/>
            </a:pPr>
            <a:r>
              <a:rPr kumimoji="0" lang="en-US" sz="4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By Application: Sports nutrition, dietary supplements, food &amp; beverages</a:t>
            </a:r>
          </a:p>
          <a:p>
            <a:pPr marL="742950" marR="0" lvl="1" indent="-28575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/>
              <a:buChar char="–"/>
              <a:tabLst/>
              <a:defRPr/>
            </a:pPr>
            <a:r>
              <a:rPr kumimoji="0" lang="en-US" sz="4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By Distribution: Online platforms and offline retail</a:t>
            </a:r>
          </a:p>
        </p:txBody>
      </p:sp>
    </p:spTree>
    <p:extLst>
      <p:ext uri="{BB962C8B-B14F-4D97-AF65-F5344CB8AC3E}">
        <p14:creationId xmlns:p14="http://schemas.microsoft.com/office/powerpoint/2010/main" val="199743905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5EE622-B204-4BAA-A73B-2ED70B230E0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sz="4000" dirty="0"/>
              <a:t>Key Market Drivers</a:t>
            </a:r>
            <a:endParaRPr lang="en-US" sz="4000" dirty="0"/>
          </a:p>
        </p:txBody>
      </p:sp>
      <p:sp>
        <p:nvSpPr>
          <p:cNvPr id="6" name="Content Placeholder 7" descr="PowerPoint allows you to import a variety of popular 3D model formats. &#10;So no matter your workflows outside of PowerPoint, you should be able to find a suitable solution to make your 3D models portable and presentable to virtually anyone, anywhere and on any device (with just a few quick modifications)">
            <a:extLst>
              <a:ext uri="{FF2B5EF4-FFF2-40B4-BE49-F238E27FC236}">
                <a16:creationId xmlns:a16="http://schemas.microsoft.com/office/drawing/2014/main" id="{9908A373-FC7C-4282-8736-3682F263411C}"/>
              </a:ext>
            </a:extLst>
          </p:cNvPr>
          <p:cNvSpPr txBox="1">
            <a:spLocks/>
          </p:cNvSpPr>
          <p:nvPr/>
        </p:nvSpPr>
        <p:spPr>
          <a:xfrm>
            <a:off x="533459" y="1485933"/>
            <a:ext cx="4321175" cy="1911350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ts val="1800"/>
              </a:lnSpc>
              <a:spcAft>
                <a:spcPts val="600"/>
              </a:spcAft>
              <a:buNone/>
            </a:pPr>
            <a:endParaRPr lang="en-US" sz="1200" dirty="0">
              <a:solidFill>
                <a:prstClr val="black">
                  <a:lumMod val="75000"/>
                  <a:lumOff val="25000"/>
                </a:prstClr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11" name="Directions">
            <a:extLst>
              <a:ext uri="{FF2B5EF4-FFF2-40B4-BE49-F238E27FC236}">
                <a16:creationId xmlns:a16="http://schemas.microsoft.com/office/drawing/2014/main" id="{1AF2FBBE-B7D3-452C-9253-F7C472312B69}"/>
              </a:ext>
            </a:extLst>
          </p:cNvPr>
          <p:cNvSpPr txBox="1">
            <a:spLocks/>
          </p:cNvSpPr>
          <p:nvPr/>
        </p:nvSpPr>
        <p:spPr>
          <a:xfrm>
            <a:off x="474516" y="3651363"/>
            <a:ext cx="2175299" cy="29955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ts val="1800"/>
              </a:lnSpc>
              <a:spcBef>
                <a:spcPts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lang="en-US" sz="12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ts val="1800"/>
              </a:lnSpc>
              <a:spcBef>
                <a:spcPts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lang="en-US" sz="12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ts val="1800"/>
              </a:lnSpc>
              <a:spcBef>
                <a:spcPts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lang="en-US" sz="12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ts val="1800"/>
              </a:lnSpc>
              <a:spcBef>
                <a:spcPts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lang="en-US" sz="12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ts val="1800"/>
              </a:lnSpc>
              <a:spcBef>
                <a:spcPts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lang="en-US"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spcAft>
                <a:spcPts val="2000"/>
              </a:spcAft>
              <a:buNone/>
            </a:pPr>
            <a:endParaRPr lang="en-US" dirty="0">
              <a:solidFill>
                <a:prstClr val="black">
                  <a:lumMod val="75000"/>
                  <a:lumOff val="25000"/>
                </a:prstClr>
              </a:solidFill>
              <a:latin typeface="Segoe UI Semibold" panose="020B0702040204020203" pitchFamily="34" charset="0"/>
              <a:cs typeface="Segoe UI Semibold" panose="020B0702040204020203" pitchFamily="34" charset="0"/>
            </a:endParaRPr>
          </a:p>
        </p:txBody>
      </p:sp>
      <p:grpSp>
        <p:nvGrpSpPr>
          <p:cNvPr id="17" name="Group 16" descr="Screen shot of menu choice">
            <a:extLst>
              <a:ext uri="{FF2B5EF4-FFF2-40B4-BE49-F238E27FC236}">
                <a16:creationId xmlns:a16="http://schemas.microsoft.com/office/drawing/2014/main" id="{53919CC3-3EF3-409A-B4EF-D88539BFE0CB}"/>
              </a:ext>
            </a:extLst>
          </p:cNvPr>
          <p:cNvGrpSpPr/>
          <p:nvPr/>
        </p:nvGrpSpPr>
        <p:grpSpPr>
          <a:xfrm>
            <a:off x="5268629" y="1354086"/>
            <a:ext cx="6318174" cy="2154224"/>
            <a:chOff x="5268629" y="1354086"/>
            <a:chExt cx="6318174" cy="2154224"/>
          </a:xfrm>
        </p:grpSpPr>
        <p:sp>
          <p:nvSpPr>
            <p:cNvPr id="4" name="Rectangle 3">
              <a:extLst>
                <a:ext uri="{FF2B5EF4-FFF2-40B4-BE49-F238E27FC236}">
                  <a16:creationId xmlns:a16="http://schemas.microsoft.com/office/drawing/2014/main" id="{20747CAC-F3CB-4212-A786-9FB8FC4E159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5268629" y="2868230"/>
              <a:ext cx="6318174" cy="640080"/>
            </a:xfrm>
            <a:prstGeom prst="rect">
              <a:avLst/>
            </a:prstGeom>
            <a:gradFill flip="none" rotWithShape="1">
              <a:gsLst>
                <a:gs pos="0">
                  <a:srgbClr val="F5F5F5">
                    <a:alpha val="0"/>
                  </a:srgbClr>
                </a:gs>
                <a:gs pos="100000">
                  <a:srgbClr val="F5F5F5"/>
                </a:gs>
                <a:gs pos="43000">
                  <a:srgbClr val="F5F5F5"/>
                </a:gs>
              </a:gsLst>
              <a:lin ang="5400000" scaled="1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AU"/>
            </a:p>
          </p:txBody>
        </p:sp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DA5D818A-6772-4140-9BA1-3E5C4AC8500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 rot="16200000">
              <a:off x="10017084" y="1839905"/>
              <a:ext cx="1866468" cy="894830"/>
            </a:xfrm>
            <a:prstGeom prst="rect">
              <a:avLst/>
            </a:prstGeom>
            <a:gradFill flip="none" rotWithShape="1">
              <a:gsLst>
                <a:gs pos="0">
                  <a:srgbClr val="F5F5F5">
                    <a:alpha val="0"/>
                  </a:srgbClr>
                </a:gs>
                <a:gs pos="100000">
                  <a:srgbClr val="F5F5F5"/>
                </a:gs>
                <a:gs pos="58000">
                  <a:srgbClr val="F5F5F5">
                    <a:alpha val="86000"/>
                  </a:srgbClr>
                </a:gs>
              </a:gsLst>
              <a:lin ang="5400000" scaled="1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AU" b="1"/>
            </a:p>
          </p:txBody>
        </p:sp>
      </p:grpSp>
      <p:sp>
        <p:nvSpPr>
          <p:cNvPr id="8" name="Step 2" descr="Insert the 3D model by selecting the file and clicking on Insert.&#10;The 3D Model will now be placed onto your PowerPoint slide">
            <a:extLst>
              <a:ext uri="{FF2B5EF4-FFF2-40B4-BE49-F238E27FC236}">
                <a16:creationId xmlns:a16="http://schemas.microsoft.com/office/drawing/2014/main" id="{6505E4CF-C408-4CF2-86B6-BD142EBF6F92}"/>
              </a:ext>
            </a:extLst>
          </p:cNvPr>
          <p:cNvSpPr txBox="1">
            <a:spLocks/>
          </p:cNvSpPr>
          <p:nvPr/>
        </p:nvSpPr>
        <p:spPr>
          <a:xfrm>
            <a:off x="5274554" y="4097315"/>
            <a:ext cx="3671989" cy="121417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ts val="1800"/>
              </a:lnSpc>
              <a:spcBef>
                <a:spcPts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lang="en-US" sz="12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ts val="1800"/>
              </a:lnSpc>
              <a:spcBef>
                <a:spcPts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lang="en-US" sz="12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ts val="1800"/>
              </a:lnSpc>
              <a:spcBef>
                <a:spcPts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lang="en-US" sz="12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ts val="1800"/>
              </a:lnSpc>
              <a:spcBef>
                <a:spcPts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lang="en-US" sz="12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ts val="1800"/>
              </a:lnSpc>
              <a:spcBef>
                <a:spcPts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lang="en-US"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0" indent="0">
              <a:spcAft>
                <a:spcPts val="0"/>
              </a:spcAft>
              <a:buNone/>
              <a:defRPr/>
            </a:pPr>
            <a:endParaRPr lang="en-US" dirty="0">
              <a:solidFill>
                <a:prstClr val="black">
                  <a:lumMod val="75000"/>
                  <a:lumOff val="25000"/>
                </a:prstClr>
              </a:solidFill>
              <a:cs typeface="Segoe UI"/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F19D3951-FF70-F06F-892B-5AA3BEA8E423}"/>
              </a:ext>
            </a:extLst>
          </p:cNvPr>
          <p:cNvSpPr txBox="1"/>
          <p:nvPr/>
        </p:nvSpPr>
        <p:spPr>
          <a:xfrm>
            <a:off x="1779642" y="2222537"/>
            <a:ext cx="8986684" cy="28007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marR="0" lvl="0" indent="-3429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/>
              <a:buChar char="•"/>
              <a:tabLst/>
              <a:defRPr/>
            </a:pPr>
            <a:r>
              <a:rPr kumimoji="0" lang="en-US" sz="4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Increasing health and fitness awareness</a:t>
            </a:r>
          </a:p>
          <a:p>
            <a:pPr marL="742950" marR="0" lvl="1" indent="-28575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/>
              <a:buChar char="–"/>
              <a:tabLst/>
              <a:defRPr/>
            </a:pPr>
            <a:r>
              <a:rPr kumimoji="0" lang="en-US" sz="4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Rising gym and sports culture</a:t>
            </a:r>
          </a:p>
          <a:p>
            <a:pPr marL="742950" marR="0" lvl="1" indent="-28575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/>
              <a:buChar char="–"/>
              <a:tabLst/>
              <a:defRPr/>
            </a:pPr>
            <a:r>
              <a:rPr kumimoji="0" lang="en-US" sz="4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Growth of e-commerce and online supplement sales</a:t>
            </a:r>
          </a:p>
        </p:txBody>
      </p:sp>
    </p:spTree>
    <p:extLst>
      <p:ext uri="{BB962C8B-B14F-4D97-AF65-F5344CB8AC3E}">
        <p14:creationId xmlns:p14="http://schemas.microsoft.com/office/powerpoint/2010/main" val="366563385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3ED516-A0B4-4D09-B6A3-A788188B670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sz="4000" dirty="0"/>
              <a:t>Market Challenges</a:t>
            </a:r>
            <a:endParaRPr lang="en-US" sz="4000" dirty="0"/>
          </a:p>
        </p:txBody>
      </p:sp>
      <p:sp>
        <p:nvSpPr>
          <p:cNvPr id="11" name="Content Placeholder 17" descr="Try them yourself with the parrot on the right:">
            <a:extLst>
              <a:ext uri="{FF2B5EF4-FFF2-40B4-BE49-F238E27FC236}">
                <a16:creationId xmlns:a16="http://schemas.microsoft.com/office/drawing/2014/main" id="{AF2B300A-3A97-40E0-AA9A-37A944B1DAF8}"/>
              </a:ext>
            </a:extLst>
          </p:cNvPr>
          <p:cNvSpPr txBox="1">
            <a:spLocks/>
          </p:cNvSpPr>
          <p:nvPr/>
        </p:nvSpPr>
        <p:spPr>
          <a:xfrm>
            <a:off x="630366" y="1431342"/>
            <a:ext cx="5110161" cy="47114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ts val="1800"/>
              </a:lnSpc>
              <a:spcBef>
                <a:spcPts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lang="en-US" sz="12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ts val="1800"/>
              </a:lnSpc>
              <a:spcBef>
                <a:spcPts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lang="en-US" sz="12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ts val="1800"/>
              </a:lnSpc>
              <a:spcBef>
                <a:spcPts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lang="en-US" sz="12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ts val="1800"/>
              </a:lnSpc>
              <a:spcBef>
                <a:spcPts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lang="en-US" sz="12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ts val="1800"/>
              </a:lnSpc>
              <a:spcBef>
                <a:spcPts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lang="en-US"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spcAft>
                <a:spcPts val="2000"/>
              </a:spcAft>
              <a:buNone/>
            </a:pPr>
            <a:endParaRPr lang="en-US" dirty="0">
              <a:solidFill>
                <a:prstClr val="black">
                  <a:lumMod val="75000"/>
                  <a:lumOff val="25000"/>
                </a:prstClr>
              </a:solidFill>
              <a:latin typeface="Segoe UI Semibold" panose="020B0702040204020203" pitchFamily="34" charset="0"/>
              <a:cs typeface="Segoe UI Semibold" panose="020B0702040204020203" pitchFamily="34" charset="0"/>
            </a:endParaRPr>
          </a:p>
        </p:txBody>
      </p:sp>
      <p:sp>
        <p:nvSpPr>
          <p:cNvPr id="13" name="Step 1 Text" descr="Click on your 3D Model: Click and hold on the 3D control to rotate or tilt your 3D model up, down, left, and right.">
            <a:extLst>
              <a:ext uri="{FF2B5EF4-FFF2-40B4-BE49-F238E27FC236}">
                <a16:creationId xmlns:a16="http://schemas.microsoft.com/office/drawing/2014/main" id="{5294FC26-E2BF-454F-B123-404EA194A3E3}"/>
              </a:ext>
            </a:extLst>
          </p:cNvPr>
          <p:cNvSpPr txBox="1">
            <a:spLocks/>
          </p:cNvSpPr>
          <p:nvPr/>
        </p:nvSpPr>
        <p:spPr>
          <a:xfrm>
            <a:off x="1066038" y="1958189"/>
            <a:ext cx="2613067" cy="118685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ts val="1800"/>
              </a:lnSpc>
              <a:spcBef>
                <a:spcPts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lang="en-US" sz="12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ts val="1800"/>
              </a:lnSpc>
              <a:spcBef>
                <a:spcPts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lang="en-US" sz="12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ts val="1800"/>
              </a:lnSpc>
              <a:spcBef>
                <a:spcPts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lang="en-US" sz="12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ts val="1800"/>
              </a:lnSpc>
              <a:spcBef>
                <a:spcPts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lang="en-US" sz="12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ts val="1800"/>
              </a:lnSpc>
              <a:spcBef>
                <a:spcPts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lang="en-US"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spcAft>
                <a:spcPts val="2000"/>
              </a:spcAft>
              <a:buNone/>
            </a:pPr>
            <a:endParaRPr lang="en-US" dirty="0">
              <a:solidFill>
                <a:prstClr val="black">
                  <a:lumMod val="75000"/>
                  <a:lumOff val="25000"/>
                </a:prstClr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15" name="Step 2 Text" descr="Alternatively, with your model selected, on the Ribbon, in the 3D Model Tool Format tab, you can click on 3D Model Views gallery to apply one of the various position views.">
            <a:extLst>
              <a:ext uri="{FF2B5EF4-FFF2-40B4-BE49-F238E27FC236}">
                <a16:creationId xmlns:a16="http://schemas.microsoft.com/office/drawing/2014/main" id="{D223119D-72DB-4091-AE4B-0A82DC881E79}"/>
              </a:ext>
            </a:extLst>
          </p:cNvPr>
          <p:cNvSpPr txBox="1">
            <a:spLocks/>
          </p:cNvSpPr>
          <p:nvPr/>
        </p:nvSpPr>
        <p:spPr>
          <a:xfrm>
            <a:off x="1066038" y="3245892"/>
            <a:ext cx="3552966" cy="105836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ts val="1800"/>
              </a:lnSpc>
              <a:spcBef>
                <a:spcPts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lang="en-US" sz="12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ts val="1800"/>
              </a:lnSpc>
              <a:spcBef>
                <a:spcPts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lang="en-US" sz="12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ts val="1800"/>
              </a:lnSpc>
              <a:spcBef>
                <a:spcPts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lang="en-US" sz="12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ts val="1800"/>
              </a:lnSpc>
              <a:spcBef>
                <a:spcPts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lang="en-US" sz="12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ts val="1800"/>
              </a:lnSpc>
              <a:spcBef>
                <a:spcPts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lang="en-US"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spcAft>
                <a:spcPts val="2000"/>
              </a:spcAft>
              <a:buNone/>
            </a:pPr>
            <a:endParaRPr lang="en-US" dirty="0">
              <a:solidFill>
                <a:prstClr val="black">
                  <a:lumMod val="75000"/>
                  <a:lumOff val="25000"/>
                </a:prstClr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FAEDDAA5-B6E5-49F3-A495-94B7927A69C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 rot="16200000">
            <a:off x="4035175" y="4807119"/>
            <a:ext cx="833933" cy="1943095"/>
          </a:xfrm>
          <a:prstGeom prst="rect">
            <a:avLst/>
          </a:prstGeom>
          <a:gradFill flip="none" rotWithShape="1">
            <a:gsLst>
              <a:gs pos="0">
                <a:srgbClr val="F5F5F5">
                  <a:alpha val="0"/>
                </a:srgbClr>
              </a:gs>
              <a:gs pos="100000">
                <a:srgbClr val="F5F5F5"/>
              </a:gs>
              <a:gs pos="43000">
                <a:srgbClr val="F5F5F5"/>
              </a:gs>
            </a:gsLst>
            <a:lin ang="54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b="1"/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BC83F7AA-1348-B1C9-BB24-E28BFCBE5E21}"/>
              </a:ext>
            </a:extLst>
          </p:cNvPr>
          <p:cNvSpPr txBox="1"/>
          <p:nvPr/>
        </p:nvSpPr>
        <p:spPr>
          <a:xfrm>
            <a:off x="1700981" y="1947237"/>
            <a:ext cx="8573729" cy="45243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lvl="0" indent="-342900" defTabSz="457200">
              <a:spcBef>
                <a:spcPct val="20000"/>
              </a:spcBef>
              <a:buFont typeface="Arial"/>
              <a:buChar char="•"/>
              <a:defRPr/>
            </a:pPr>
            <a:r>
              <a:rPr lang="en-US" sz="4000" dirty="0"/>
              <a:t>High </a:t>
            </a:r>
            <a:r>
              <a:rPr lang="en-IN" sz="4000" dirty="0"/>
              <a:t>product prices </a:t>
            </a:r>
            <a:r>
              <a:rPr lang="en-US" sz="4000" dirty="0"/>
              <a:t>and affordability issues.</a:t>
            </a:r>
          </a:p>
          <a:p>
            <a:pPr marL="342900" lvl="0" indent="-342900" defTabSz="457200">
              <a:spcBef>
                <a:spcPct val="20000"/>
              </a:spcBef>
              <a:buFont typeface="Arial"/>
              <a:buChar char="•"/>
              <a:defRPr/>
            </a:pPr>
            <a:endParaRPr lang="en-US" sz="4000" dirty="0"/>
          </a:p>
          <a:p>
            <a:pPr lvl="1"/>
            <a:r>
              <a:rPr lang="en-US" sz="4000" dirty="0"/>
              <a:t>Concerns about product authenticity.</a:t>
            </a:r>
          </a:p>
          <a:p>
            <a:pPr lvl="1"/>
            <a:endParaRPr lang="en-US" sz="4000" dirty="0"/>
          </a:p>
          <a:p>
            <a:pPr lvl="1"/>
            <a:r>
              <a:rPr lang="en-US" sz="4000" dirty="0"/>
              <a:t>Lack of awareness in rural areas.</a:t>
            </a:r>
          </a:p>
        </p:txBody>
      </p:sp>
      <p:pic>
        <p:nvPicPr>
          <p:cNvPr id="32" name="Picture 31">
            <a:extLst>
              <a:ext uri="{FF2B5EF4-FFF2-40B4-BE49-F238E27FC236}">
                <a16:creationId xmlns:a16="http://schemas.microsoft.com/office/drawing/2014/main" id="{15A0DF87-365E-098E-34EA-128B6D17A09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31277" y="1622324"/>
            <a:ext cx="2778376" cy="29693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6958423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7A3C97-E356-4FF9-AED5-879B8F991C1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sz="4000" dirty="0"/>
              <a:t>Competitive Landscape</a:t>
            </a:r>
            <a:endParaRPr lang="en-US" sz="4000" dirty="0"/>
          </a:p>
        </p:txBody>
      </p:sp>
      <p:sp>
        <p:nvSpPr>
          <p:cNvPr id="3" name="Rectangle 2" descr="To resize or crop your 3D model within a frame, you can use the pan and zoom tool.">
            <a:extLst>
              <a:ext uri="{FF2B5EF4-FFF2-40B4-BE49-F238E27FC236}">
                <a16:creationId xmlns:a16="http://schemas.microsoft.com/office/drawing/2014/main" id="{874312F7-8744-467E-9DCF-F78292FB02D0}"/>
              </a:ext>
            </a:extLst>
          </p:cNvPr>
          <p:cNvSpPr/>
          <p:nvPr/>
        </p:nvSpPr>
        <p:spPr>
          <a:xfrm>
            <a:off x="515938" y="2299219"/>
            <a:ext cx="11071628" cy="246221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marR="0" lvl="0" indent="-3429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/>
              <a:buChar char="•"/>
              <a:tabLst/>
              <a:defRPr/>
            </a:pPr>
            <a:r>
              <a:rPr kumimoji="0" lang="en-US" sz="4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Presence of global and domestic protein brands</a:t>
            </a:r>
          </a:p>
          <a:p>
            <a:pPr marL="742950" marR="0" lvl="1" indent="-28575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/>
              <a:buChar char="–"/>
              <a:tabLst/>
              <a:defRPr/>
            </a:pPr>
            <a:r>
              <a:rPr kumimoji="0" lang="en-US" sz="4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Strong competition based on quality and pricing</a:t>
            </a:r>
          </a:p>
          <a:p>
            <a:pPr marL="742950" marR="0" lvl="1" indent="-28575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/>
              <a:buChar char="–"/>
              <a:tabLst/>
              <a:defRPr/>
            </a:pPr>
            <a:r>
              <a:rPr kumimoji="0" lang="en-US" sz="4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Brand trust and certifications play a key role</a:t>
            </a:r>
          </a:p>
          <a:p>
            <a:pPr lvl="1"/>
            <a:endParaRPr lang="en-US" dirty="0"/>
          </a:p>
        </p:txBody>
      </p:sp>
      <p:sp>
        <p:nvSpPr>
          <p:cNvPr id="7" name="Content Placeholder Step 1" descr="Select your 3D model &gt; 3D Models Format &gt; Pan &amp; Zoom&#10;&#10;Note: the Pan &amp; Zoom tool acts like an on/off (toggle) switch. Once pressed, you’ll see a gray box around the Pan &amp; Zoom button to indicate the feature is activated. Press the button again to deactivate the Pan &amp; Zoom feature.">
            <a:extLst>
              <a:ext uri="{FF2B5EF4-FFF2-40B4-BE49-F238E27FC236}">
                <a16:creationId xmlns:a16="http://schemas.microsoft.com/office/drawing/2014/main" id="{3EE46009-9B31-417A-AB61-8C70009004B3}"/>
              </a:ext>
            </a:extLst>
          </p:cNvPr>
          <p:cNvSpPr txBox="1">
            <a:spLocks/>
          </p:cNvSpPr>
          <p:nvPr/>
        </p:nvSpPr>
        <p:spPr>
          <a:xfrm>
            <a:off x="1030869" y="4084342"/>
            <a:ext cx="3034721" cy="2236702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ts val="1800"/>
              </a:lnSpc>
              <a:spcBef>
                <a:spcPts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lang="en-US" sz="12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ts val="1800"/>
              </a:lnSpc>
              <a:spcBef>
                <a:spcPts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lang="en-US" sz="12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ts val="1800"/>
              </a:lnSpc>
              <a:spcBef>
                <a:spcPts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lang="en-US" sz="12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ts val="1800"/>
              </a:lnSpc>
              <a:spcBef>
                <a:spcPts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lang="en-US" sz="12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ts val="1800"/>
              </a:lnSpc>
              <a:spcBef>
                <a:spcPts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lang="en-US"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spcAft>
                <a:spcPts val="2000"/>
              </a:spcAft>
              <a:buNone/>
            </a:pPr>
            <a:endParaRPr lang="en-US" dirty="0">
              <a:solidFill>
                <a:prstClr val="black">
                  <a:lumMod val="75000"/>
                  <a:lumOff val="25000"/>
                </a:prstClr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11" name="Content Placeholder Step 2" descr="With the Pan &amp; Zoom button enabled, now move, rotate, and resize your 3D model.  ">
            <a:extLst>
              <a:ext uri="{FF2B5EF4-FFF2-40B4-BE49-F238E27FC236}">
                <a16:creationId xmlns:a16="http://schemas.microsoft.com/office/drawing/2014/main" id="{38280C20-AD97-47D9-A4D9-3D51B6EEA886}"/>
              </a:ext>
            </a:extLst>
          </p:cNvPr>
          <p:cNvSpPr txBox="1">
            <a:spLocks/>
          </p:cNvSpPr>
          <p:nvPr/>
        </p:nvSpPr>
        <p:spPr>
          <a:xfrm>
            <a:off x="4712686" y="4084342"/>
            <a:ext cx="3106367" cy="132405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ts val="1800"/>
              </a:lnSpc>
              <a:spcBef>
                <a:spcPts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lang="en-US" sz="12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ts val="1800"/>
              </a:lnSpc>
              <a:spcBef>
                <a:spcPts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lang="en-US" sz="12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ts val="1800"/>
              </a:lnSpc>
              <a:spcBef>
                <a:spcPts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lang="en-US" sz="12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ts val="1800"/>
              </a:lnSpc>
              <a:spcBef>
                <a:spcPts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lang="en-US" sz="12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ts val="1800"/>
              </a:lnSpc>
              <a:spcBef>
                <a:spcPts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lang="en-US"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spcAft>
                <a:spcPts val="2000"/>
              </a:spcAft>
              <a:buNone/>
            </a:pPr>
            <a:endParaRPr lang="en-US" dirty="0">
              <a:solidFill>
                <a:prstClr val="black">
                  <a:lumMod val="75000"/>
                  <a:lumOff val="25000"/>
                </a:prstClr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15" name="Content Placeholder Step 3" descr="When you are finished editing, click the Pan &amp; Zoom button again to exit Pan and Zoom mode.">
            <a:extLst>
              <a:ext uri="{FF2B5EF4-FFF2-40B4-BE49-F238E27FC236}">
                <a16:creationId xmlns:a16="http://schemas.microsoft.com/office/drawing/2014/main" id="{89BC12B6-BA4F-4362-A61E-A7B108FEAF3C}"/>
              </a:ext>
            </a:extLst>
          </p:cNvPr>
          <p:cNvSpPr txBox="1">
            <a:spLocks/>
          </p:cNvSpPr>
          <p:nvPr/>
        </p:nvSpPr>
        <p:spPr>
          <a:xfrm>
            <a:off x="8394499" y="4084341"/>
            <a:ext cx="2658635" cy="117175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ts val="1800"/>
              </a:lnSpc>
              <a:spcBef>
                <a:spcPts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lang="en-US" sz="12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ts val="1800"/>
              </a:lnSpc>
              <a:spcBef>
                <a:spcPts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lang="en-US" sz="12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ts val="1800"/>
              </a:lnSpc>
              <a:spcBef>
                <a:spcPts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lang="en-US" sz="12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ts val="1800"/>
              </a:lnSpc>
              <a:spcBef>
                <a:spcPts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lang="en-US" sz="12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ts val="1800"/>
              </a:lnSpc>
              <a:spcBef>
                <a:spcPts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lang="en-US"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spcAft>
                <a:spcPts val="2000"/>
              </a:spcAft>
              <a:buNone/>
            </a:pPr>
            <a:endParaRPr lang="en-US" dirty="0">
              <a:solidFill>
                <a:prstClr val="black">
                  <a:lumMod val="75000"/>
                  <a:lumOff val="25000"/>
                </a:prstClr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6475650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F74FD4D-5161-46CF-8E5C-B36508F3580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sz="4000" dirty="0"/>
              <a:t>Market Trends</a:t>
            </a:r>
            <a:endParaRPr lang="en-US" sz="4000" dirty="0"/>
          </a:p>
        </p:txBody>
      </p:sp>
      <p:sp>
        <p:nvSpPr>
          <p:cNvPr id="3" name="Content Placeholder 17" descr="Try it yourself with the parrot on the right:">
            <a:extLst>
              <a:ext uri="{FF2B5EF4-FFF2-40B4-BE49-F238E27FC236}">
                <a16:creationId xmlns:a16="http://schemas.microsoft.com/office/drawing/2014/main" id="{97AA353E-E722-4B84-B6FC-BA525C346A84}"/>
              </a:ext>
            </a:extLst>
          </p:cNvPr>
          <p:cNvSpPr txBox="1">
            <a:spLocks/>
          </p:cNvSpPr>
          <p:nvPr/>
        </p:nvSpPr>
        <p:spPr>
          <a:xfrm>
            <a:off x="742080" y="2250479"/>
            <a:ext cx="10142224" cy="3157267"/>
          </a:xfrm>
          <a:prstGeom prst="rect">
            <a:avLst/>
          </a:prstGeom>
        </p:spPr>
        <p:txBody>
          <a:bodyPr vert="horz" lIns="91440" tIns="45720" rIns="91440" bIns="45720" rtlCol="0">
            <a:normAutofit fontScale="25000" lnSpcReduction="20000"/>
          </a:bodyPr>
          <a:lstStyle>
            <a:lvl1pPr marL="228600" indent="-228600" algn="l" defTabSz="914400" rtl="0" eaLnBrk="1" latinLnBrk="0" hangingPunct="1">
              <a:lnSpc>
                <a:spcPts val="1800"/>
              </a:lnSpc>
              <a:spcBef>
                <a:spcPts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lang="en-US" sz="12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ts val="1800"/>
              </a:lnSpc>
              <a:spcBef>
                <a:spcPts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lang="en-US" sz="12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ts val="1800"/>
              </a:lnSpc>
              <a:spcBef>
                <a:spcPts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lang="en-US" sz="12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ts val="1800"/>
              </a:lnSpc>
              <a:spcBef>
                <a:spcPts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lang="en-US" sz="12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ts val="1800"/>
              </a:lnSpc>
              <a:spcBef>
                <a:spcPts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lang="en-US"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6000" dirty="0"/>
              <a:t>Rising demand for </a:t>
            </a:r>
            <a:r>
              <a:rPr lang="en-IN" sz="16000" dirty="0"/>
              <a:t>plant-based proteins</a:t>
            </a:r>
            <a:endParaRPr lang="en-US" sz="16000" dirty="0"/>
          </a:p>
          <a:p>
            <a:pPr marL="342900" marR="0" lvl="0" indent="-3429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/>
              <a:buChar char="•"/>
              <a:tabLst/>
              <a:defRPr/>
            </a:pPr>
            <a:r>
              <a:rPr lang="en-US" sz="16000" dirty="0"/>
              <a:t>Clean-label and organic protein pro</a:t>
            </a:r>
            <a:r>
              <a:rPr kumimoji="0" lang="en-US" sz="16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Rising demand for plant-based proteins</a:t>
            </a:r>
          </a:p>
          <a:p>
            <a:pPr marL="742950" marR="0" lvl="1" indent="-28575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/>
              <a:buChar char="–"/>
              <a:tabLst/>
              <a:defRPr/>
            </a:pPr>
            <a:r>
              <a:rPr kumimoji="0" lang="en-US" sz="16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Clean-label and organic protein products</a:t>
            </a:r>
          </a:p>
          <a:p>
            <a:pPr marL="742950" marR="0" lvl="1" indent="-28575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/>
              <a:buChar char="–"/>
              <a:tabLst/>
              <a:defRPr/>
            </a:pPr>
            <a:r>
              <a:rPr kumimoji="0" lang="en-US" sz="16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Personalized nutrition solutions</a:t>
            </a:r>
          </a:p>
          <a:p>
            <a:pPr marL="457200" lvl="1" indent="0">
              <a:buNone/>
            </a:pPr>
            <a:endParaRPr lang="en-US" dirty="0"/>
          </a:p>
        </p:txBody>
      </p:sp>
      <p:sp>
        <p:nvSpPr>
          <p:cNvPr id="7" name="Content Placeholder 17" descr="Duplicate this slide: Right-click the slide thumbnail and select Duplicate Slide.">
            <a:extLst>
              <a:ext uri="{FF2B5EF4-FFF2-40B4-BE49-F238E27FC236}">
                <a16:creationId xmlns:a16="http://schemas.microsoft.com/office/drawing/2014/main" id="{A5D11E1A-550F-4E54-82BE-B2019638DC80}"/>
              </a:ext>
            </a:extLst>
          </p:cNvPr>
          <p:cNvSpPr txBox="1">
            <a:spLocks/>
          </p:cNvSpPr>
          <p:nvPr/>
        </p:nvSpPr>
        <p:spPr>
          <a:xfrm>
            <a:off x="1091928" y="2078002"/>
            <a:ext cx="2486328" cy="91399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ts val="1800"/>
              </a:lnSpc>
              <a:spcBef>
                <a:spcPts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lang="en-US" sz="12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ts val="1800"/>
              </a:lnSpc>
              <a:spcBef>
                <a:spcPts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lang="en-US" sz="12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ts val="1800"/>
              </a:lnSpc>
              <a:spcBef>
                <a:spcPts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lang="en-US" sz="12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ts val="1800"/>
              </a:lnSpc>
              <a:spcBef>
                <a:spcPts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lang="en-US" sz="12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ts val="1800"/>
              </a:lnSpc>
              <a:spcBef>
                <a:spcPts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lang="en-US"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spcAft>
                <a:spcPts val="2000"/>
              </a:spcAft>
              <a:buNone/>
            </a:pPr>
            <a:endParaRPr lang="en-US" dirty="0">
              <a:solidFill>
                <a:prstClr val="black">
                  <a:lumMod val="75000"/>
                  <a:lumOff val="25000"/>
                </a:prstClr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12" name="Content Placeholder 17" descr="In the second of these two identical slides, change the 3D Model on the right in some way (rotate, move, or resize), then go to Transitions &gt; Morph.">
            <a:extLst>
              <a:ext uri="{FF2B5EF4-FFF2-40B4-BE49-F238E27FC236}">
                <a16:creationId xmlns:a16="http://schemas.microsoft.com/office/drawing/2014/main" id="{DA4BE72C-97DB-4A0D-8CDB-3CD5BB7DCF3E}"/>
              </a:ext>
            </a:extLst>
          </p:cNvPr>
          <p:cNvSpPr txBox="1">
            <a:spLocks/>
          </p:cNvSpPr>
          <p:nvPr/>
        </p:nvSpPr>
        <p:spPr>
          <a:xfrm>
            <a:off x="1091928" y="3566775"/>
            <a:ext cx="2413627" cy="124870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ts val="1800"/>
              </a:lnSpc>
              <a:spcBef>
                <a:spcPts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lang="en-US" sz="12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ts val="1800"/>
              </a:lnSpc>
              <a:spcBef>
                <a:spcPts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lang="en-US" sz="12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ts val="1800"/>
              </a:lnSpc>
              <a:spcBef>
                <a:spcPts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lang="en-US" sz="12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ts val="1800"/>
              </a:lnSpc>
              <a:spcBef>
                <a:spcPts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lang="en-US" sz="12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ts val="1800"/>
              </a:lnSpc>
              <a:spcBef>
                <a:spcPts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lang="en-US"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spcAft>
                <a:spcPts val="2000"/>
              </a:spcAft>
              <a:buNone/>
            </a:pPr>
            <a:endParaRPr lang="en-US" dirty="0">
              <a:solidFill>
                <a:prstClr val="black">
                  <a:lumMod val="75000"/>
                  <a:lumOff val="25000"/>
                </a:prstClr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17" name="Content Placeholder 17" descr="Return to the first of the two slides and press the Slide Show button and then select Play to see your parrot morph!">
            <a:extLst>
              <a:ext uri="{FF2B5EF4-FFF2-40B4-BE49-F238E27FC236}">
                <a16:creationId xmlns:a16="http://schemas.microsoft.com/office/drawing/2014/main" id="{BA96EB65-127B-4729-AF55-3A29384772DD}"/>
              </a:ext>
            </a:extLst>
          </p:cNvPr>
          <p:cNvSpPr txBox="1">
            <a:spLocks/>
          </p:cNvSpPr>
          <p:nvPr/>
        </p:nvSpPr>
        <p:spPr>
          <a:xfrm>
            <a:off x="1091928" y="5213879"/>
            <a:ext cx="2961579" cy="111067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ts val="1800"/>
              </a:lnSpc>
              <a:spcBef>
                <a:spcPts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lang="en-US" sz="12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ts val="1800"/>
              </a:lnSpc>
              <a:spcBef>
                <a:spcPts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lang="en-US" sz="12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ts val="1800"/>
              </a:lnSpc>
              <a:spcBef>
                <a:spcPts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lang="en-US" sz="12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ts val="1800"/>
              </a:lnSpc>
              <a:spcBef>
                <a:spcPts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lang="en-US" sz="12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ts val="1800"/>
              </a:lnSpc>
              <a:spcBef>
                <a:spcPts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lang="en-US"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spcAft>
                <a:spcPts val="2000"/>
              </a:spcAft>
              <a:buNone/>
            </a:pPr>
            <a:endParaRPr lang="en-US" dirty="0">
              <a:solidFill>
                <a:prstClr val="black">
                  <a:lumMod val="75000"/>
                  <a:lumOff val="25000"/>
                </a:prstClr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4910213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64322E42-AFFD-4B81-BD7A-77AB9FC3B4B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sz="4000" dirty="0"/>
              <a:t>Conclusion</a:t>
            </a:r>
            <a:endParaRPr lang="en-US" sz="4000" dirty="0"/>
          </a:p>
        </p:txBody>
      </p:sp>
      <p:sp>
        <p:nvSpPr>
          <p:cNvPr id="4" name="Try It Text" descr="Try it yourself with the parrot on the right:">
            <a:extLst>
              <a:ext uri="{FF2B5EF4-FFF2-40B4-BE49-F238E27FC236}">
                <a16:creationId xmlns:a16="http://schemas.microsoft.com/office/drawing/2014/main" id="{0D42AC0C-5EE6-42C4-91EE-07F7C9599947}"/>
              </a:ext>
            </a:extLst>
          </p:cNvPr>
          <p:cNvSpPr txBox="1">
            <a:spLocks/>
          </p:cNvSpPr>
          <p:nvPr/>
        </p:nvSpPr>
        <p:spPr>
          <a:xfrm>
            <a:off x="717755" y="1602658"/>
            <a:ext cx="11169445" cy="4614365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ts val="1800"/>
              </a:lnSpc>
              <a:spcBef>
                <a:spcPts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lang="en-US" sz="12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ts val="1800"/>
              </a:lnSpc>
              <a:spcBef>
                <a:spcPts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lang="en-US" sz="12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ts val="1800"/>
              </a:lnSpc>
              <a:spcBef>
                <a:spcPts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lang="en-US" sz="12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ts val="1800"/>
              </a:lnSpc>
              <a:spcBef>
                <a:spcPts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lang="en-US" sz="12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ts val="1800"/>
              </a:lnSpc>
              <a:spcBef>
                <a:spcPts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lang="en-US"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4000" dirty="0"/>
              <a:t>Protein market shows strong growth potential</a:t>
            </a:r>
          </a:p>
          <a:p>
            <a:pPr lvl="1"/>
            <a:r>
              <a:rPr lang="en-US" sz="4000" dirty="0"/>
              <a:t>Innovation and affordability will drive future</a:t>
            </a:r>
          </a:p>
          <a:p>
            <a:pPr marL="457200" lvl="1" indent="0">
              <a:buNone/>
            </a:pPr>
            <a:r>
              <a:rPr lang="en-IN" sz="4000" dirty="0"/>
              <a:t>expansion</a:t>
            </a:r>
          </a:p>
          <a:p>
            <a:pPr marL="457200" lvl="1" indent="0">
              <a:buNone/>
            </a:pPr>
            <a:r>
              <a:rPr lang="en-US" sz="4000" dirty="0"/>
              <a:t> </a:t>
            </a:r>
          </a:p>
          <a:p>
            <a:pPr lvl="1"/>
            <a:r>
              <a:rPr lang="en-US" sz="4000" dirty="0"/>
              <a:t>Online channels will remain a key growth</a:t>
            </a:r>
          </a:p>
          <a:p>
            <a:pPr marL="457200" lvl="1" indent="0">
              <a:buNone/>
            </a:pPr>
            <a:r>
              <a:rPr lang="en-IN" sz="4000" dirty="0"/>
              <a:t>factor</a:t>
            </a:r>
            <a:endParaRPr lang="en-US" sz="4000" dirty="0"/>
          </a:p>
        </p:txBody>
      </p:sp>
      <p:sp>
        <p:nvSpPr>
          <p:cNvPr id="6" name="Content Placeholder Step 1" descr="Select the 3D Model on the right, then go to Animations &gt; Turntable&#10;Hint: Effect Options gives you even more options for Turntable.&#10;">
            <a:extLst>
              <a:ext uri="{FF2B5EF4-FFF2-40B4-BE49-F238E27FC236}">
                <a16:creationId xmlns:a16="http://schemas.microsoft.com/office/drawing/2014/main" id="{8110C53D-9866-4A6B-9E28-68BBE6EFF866}"/>
              </a:ext>
            </a:extLst>
          </p:cNvPr>
          <p:cNvSpPr txBox="1">
            <a:spLocks/>
          </p:cNvSpPr>
          <p:nvPr/>
        </p:nvSpPr>
        <p:spPr>
          <a:xfrm>
            <a:off x="3789573" y="4323858"/>
            <a:ext cx="5110159" cy="1039011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ts val="1800"/>
              </a:lnSpc>
              <a:spcBef>
                <a:spcPts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lang="en-US" sz="12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ts val="1800"/>
              </a:lnSpc>
              <a:spcBef>
                <a:spcPts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lang="en-US" sz="12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ts val="1800"/>
              </a:lnSpc>
              <a:spcBef>
                <a:spcPts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lang="en-US" sz="12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ts val="1800"/>
              </a:lnSpc>
              <a:spcBef>
                <a:spcPts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lang="en-US" sz="12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ts val="1800"/>
              </a:lnSpc>
              <a:spcBef>
                <a:spcPts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lang="en-US"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spcAft>
                <a:spcPts val="0"/>
              </a:spcAft>
              <a:buNone/>
            </a:pPr>
            <a:endParaRPr lang="en-US" dirty="0">
              <a:solidFill>
                <a:prstClr val="black">
                  <a:lumMod val="75000"/>
                  <a:lumOff val="25000"/>
                </a:prstClr>
              </a:solidFill>
            </a:endParaRPr>
          </a:p>
        </p:txBody>
      </p:sp>
      <p:sp>
        <p:nvSpPr>
          <p:cNvPr id="8" name="Content Placeholder Step 2" descr="Explore the other new animations designed specifically for 3D models: Arrive, Swing, Jump &amp; Turn, and Leave.">
            <a:extLst>
              <a:ext uri="{FF2B5EF4-FFF2-40B4-BE49-F238E27FC236}">
                <a16:creationId xmlns:a16="http://schemas.microsoft.com/office/drawing/2014/main" id="{F8DE0424-CE18-47F6-BBF5-736B335BC89A}"/>
              </a:ext>
            </a:extLst>
          </p:cNvPr>
          <p:cNvSpPr txBox="1">
            <a:spLocks/>
          </p:cNvSpPr>
          <p:nvPr/>
        </p:nvSpPr>
        <p:spPr>
          <a:xfrm>
            <a:off x="1066037" y="4639464"/>
            <a:ext cx="5110159" cy="72340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ts val="1800"/>
              </a:lnSpc>
              <a:spcBef>
                <a:spcPts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lang="en-US" sz="12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ts val="1800"/>
              </a:lnSpc>
              <a:spcBef>
                <a:spcPts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lang="en-US" sz="12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ts val="1800"/>
              </a:lnSpc>
              <a:spcBef>
                <a:spcPts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lang="en-US" sz="12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ts val="1800"/>
              </a:lnSpc>
              <a:spcBef>
                <a:spcPts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lang="en-US" sz="12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ts val="1800"/>
              </a:lnSpc>
              <a:spcBef>
                <a:spcPts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lang="en-US"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spcAft>
                <a:spcPts val="2000"/>
              </a:spcAft>
              <a:buNone/>
            </a:pPr>
            <a:endParaRPr lang="en-US" dirty="0">
              <a:solidFill>
                <a:prstClr val="black">
                  <a:lumMod val="75000"/>
                  <a:lumOff val="25000"/>
                </a:prstClr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11" name="Content Placeholder Step 3" descr="Click Add Animation to combine the new 3D animations with other classic 2D animations, such as Fade, Grow/Shrink, or one of the many Motion Path animations to test and see what is possible.">
            <a:extLst>
              <a:ext uri="{FF2B5EF4-FFF2-40B4-BE49-F238E27FC236}">
                <a16:creationId xmlns:a16="http://schemas.microsoft.com/office/drawing/2014/main" id="{8BCD932C-F4F1-4949-983C-017934B3CCBC}"/>
              </a:ext>
            </a:extLst>
          </p:cNvPr>
          <p:cNvSpPr txBox="1">
            <a:spLocks/>
          </p:cNvSpPr>
          <p:nvPr/>
        </p:nvSpPr>
        <p:spPr>
          <a:xfrm>
            <a:off x="1066037" y="5421806"/>
            <a:ext cx="5110159" cy="79521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ts val="1800"/>
              </a:lnSpc>
              <a:spcBef>
                <a:spcPts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lang="en-US" sz="12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ts val="1800"/>
              </a:lnSpc>
              <a:spcBef>
                <a:spcPts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lang="en-US" sz="12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ts val="1800"/>
              </a:lnSpc>
              <a:spcBef>
                <a:spcPts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lang="en-US" sz="12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ts val="1800"/>
              </a:lnSpc>
              <a:spcBef>
                <a:spcPts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lang="en-US" sz="12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ts val="1800"/>
              </a:lnSpc>
              <a:spcBef>
                <a:spcPts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lang="en-US"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spcAft>
                <a:spcPts val="2000"/>
              </a:spcAft>
              <a:buNone/>
            </a:pPr>
            <a:endParaRPr lang="en-US" dirty="0">
              <a:solidFill>
                <a:prstClr val="black">
                  <a:lumMod val="75000"/>
                  <a:lumOff val="25000"/>
                </a:prstClr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33F36622-57A8-3217-DF21-B1E7DE9E723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62452" y="4129547"/>
            <a:ext cx="3205315" cy="23499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2431416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FFB3D66E-BAA7-1CE9-C3FB-C1756DF95AD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560440"/>
            <a:ext cx="9144000" cy="5869858"/>
          </a:xfrm>
        </p:spPr>
        <p:txBody>
          <a:bodyPr/>
          <a:lstStyle/>
          <a:p>
            <a:r>
              <a:rPr lang="en-IN" dirty="0"/>
              <a:t>                 Thank You</a:t>
            </a:r>
            <a:br>
              <a:rPr lang="en-IN" dirty="0"/>
            </a:br>
            <a:br>
              <a:rPr lang="en-IN" dirty="0"/>
            </a:br>
            <a:r>
              <a:rPr lang="en-IN" dirty="0"/>
              <a:t>     </a:t>
            </a:r>
            <a:r>
              <a:rPr lang="en-IN" sz="3600" dirty="0"/>
              <a:t>I appreciate your time &amp;consideration</a:t>
            </a:r>
            <a:br>
              <a:rPr lang="en-IN" sz="3600" dirty="0"/>
            </a:br>
            <a:br>
              <a:rPr lang="en-IN" sz="3600" dirty="0"/>
            </a:br>
            <a:r>
              <a:rPr lang="en-IN" sz="3600" dirty="0"/>
              <a:t>for further inquiries , please contact: </a:t>
            </a:r>
            <a:br>
              <a:rPr lang="en-IN" sz="3600" dirty="0"/>
            </a:br>
            <a:r>
              <a:rPr lang="en-IN" sz="3600" dirty="0"/>
              <a:t>                    P. Karunya Chowdary</a:t>
            </a:r>
            <a:br>
              <a:rPr lang="en-IN" sz="3600" dirty="0"/>
            </a:br>
            <a:br>
              <a:rPr lang="en-IN" sz="3600" dirty="0"/>
            </a:br>
            <a:endParaRPr lang="en-IN" sz="3600" dirty="0"/>
          </a:p>
        </p:txBody>
      </p:sp>
      <p:grpSp>
        <p:nvGrpSpPr>
          <p:cNvPr id="26" name="Links" descr="Hyperlinks to the PowerPoint team blog, PowerPoint free training, and feedback about this tour.">
            <a:extLst>
              <a:ext uri="{FF2B5EF4-FFF2-40B4-BE49-F238E27FC236}">
                <a16:creationId xmlns:a16="http://schemas.microsoft.com/office/drawing/2014/main" id="{A410C95B-7D22-4AE4-BEE0-35AD5FA96E07}"/>
              </a:ext>
            </a:extLst>
          </p:cNvPr>
          <p:cNvGrpSpPr/>
          <p:nvPr/>
        </p:nvGrpSpPr>
        <p:grpSpPr>
          <a:xfrm>
            <a:off x="521208" y="3629258"/>
            <a:ext cx="3488190" cy="1867001"/>
            <a:chOff x="3832853" y="3420317"/>
            <a:chExt cx="3488190" cy="1867001"/>
          </a:xfrm>
        </p:grpSpPr>
        <p:sp>
          <p:nvSpPr>
            <p:cNvPr id="9" name="TextBox 8" descr="SELECT THE ARROW WHEN IN SLIDE SHOW MODE&#10;"/>
            <p:cNvSpPr txBox="1"/>
            <p:nvPr/>
          </p:nvSpPr>
          <p:spPr>
            <a:xfrm>
              <a:off x="3832853" y="4920686"/>
              <a:ext cx="3368047" cy="26725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l"/>
              <a:endParaRPr lang="en-US" sz="1100" dirty="0">
                <a:latin typeface="Segoe UI Light" panose="020B0502040204020203" pitchFamily="34" charset="0"/>
                <a:cs typeface="Segoe UI Light" panose="020B0502040204020203" pitchFamily="34" charset="0"/>
              </a:endParaRPr>
            </a:p>
          </p:txBody>
        </p:sp>
        <p:sp>
          <p:nvSpPr>
            <p:cNvPr id="25" name="Content Placeholder 4">
              <a:extLst>
                <a:ext uri="{FF2B5EF4-FFF2-40B4-BE49-F238E27FC236}">
                  <a16:creationId xmlns:a16="http://schemas.microsoft.com/office/drawing/2014/main" id="{8E6C017A-BE5B-443C-B929-BF7D929C214F}"/>
                </a:ext>
              </a:extLst>
            </p:cNvPr>
            <p:cNvSpPr txBox="1">
              <a:spLocks/>
            </p:cNvSpPr>
            <p:nvPr/>
          </p:nvSpPr>
          <p:spPr>
            <a:xfrm>
              <a:off x="3832853" y="3420317"/>
              <a:ext cx="3488190" cy="1867001"/>
            </a:xfrm>
            <a:prstGeom prst="rect">
              <a:avLst/>
            </a:prstGeom>
          </p:spPr>
          <p:txBody>
            <a:bodyPr vert="horz" lIns="91440" tIns="45720" rIns="91440" bIns="45720" rtlCol="0">
              <a:noAutofit/>
            </a:bodyPr>
            <a:lstStyle>
              <a:lvl1pPr marL="0" indent="0" algn="l" defTabSz="914400" rtl="0" eaLnBrk="1" latinLnBrk="0" hangingPunct="1">
                <a:lnSpc>
                  <a:spcPct val="150000"/>
                </a:lnSpc>
                <a:spcBef>
                  <a:spcPts val="1000"/>
                </a:spcBef>
                <a:spcAft>
                  <a:spcPts val="1200"/>
                </a:spcAft>
                <a:buFontTx/>
                <a:buNone/>
                <a:defRPr lang="en-US" sz="1200" kern="1200" dirty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228600" indent="-228600" algn="l" defTabSz="914400" rtl="0" eaLnBrk="1" latinLnBrk="0" hangingPunct="1">
                <a:lnSpc>
                  <a:spcPct val="150000"/>
                </a:lnSpc>
                <a:spcBef>
                  <a:spcPts val="1000"/>
                </a:spcBef>
                <a:spcAft>
                  <a:spcPts val="1200"/>
                </a:spcAft>
                <a:buFont typeface="Arial" panose="020B0604020202020204" pitchFamily="34" charset="0"/>
                <a:buChar char="•"/>
                <a:defRPr lang="en-US" sz="1200" kern="1200" dirty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685800" indent="-228600" algn="l" defTabSz="914400" rtl="0" eaLnBrk="1" latinLnBrk="0" hangingPunct="1">
                <a:lnSpc>
                  <a:spcPct val="150000"/>
                </a:lnSpc>
                <a:spcBef>
                  <a:spcPts val="1000"/>
                </a:spcBef>
                <a:spcAft>
                  <a:spcPts val="1200"/>
                </a:spcAft>
                <a:buFont typeface="Arial" panose="020B0604020202020204" pitchFamily="34" charset="0"/>
                <a:buChar char="•"/>
                <a:defRPr lang="en-US" sz="1200" kern="1200" dirty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143000" indent="-228600" algn="l" defTabSz="914400" rtl="0" eaLnBrk="1" latinLnBrk="0" hangingPunct="1">
                <a:lnSpc>
                  <a:spcPct val="150000"/>
                </a:lnSpc>
                <a:spcBef>
                  <a:spcPts val="1000"/>
                </a:spcBef>
                <a:spcAft>
                  <a:spcPts val="1200"/>
                </a:spcAft>
                <a:buFont typeface="Arial" panose="020B0604020202020204" pitchFamily="34" charset="0"/>
                <a:buChar char="•"/>
                <a:defRPr lang="en-US" sz="1200" kern="1200" dirty="0" smtClean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600200" indent="-228600" algn="l" defTabSz="914400" rtl="0" eaLnBrk="1" latinLnBrk="0" hangingPunct="1">
                <a:lnSpc>
                  <a:spcPct val="150000"/>
                </a:lnSpc>
                <a:spcBef>
                  <a:spcPts val="1000"/>
                </a:spcBef>
                <a:spcAft>
                  <a:spcPts val="1200"/>
                </a:spcAft>
                <a:buFont typeface="Arial" panose="020B0604020202020204" pitchFamily="34" charset="0"/>
                <a:buChar char="•"/>
                <a:defRPr lang="en-US" sz="1200" kern="1200" dirty="0" smtClean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057400" indent="-228600" algn="l" defTabSz="914400" rtl="0" eaLnBrk="1" latinLnBrk="0" hangingPunct="1">
                <a:lnSpc>
                  <a:spcPct val="150000"/>
                </a:lnSpc>
                <a:spcBef>
                  <a:spcPts val="1000"/>
                </a:spcBef>
                <a:spcAft>
                  <a:spcPts val="1200"/>
                </a:spcAft>
                <a:buFont typeface="Arial" panose="020B0604020202020204" pitchFamily="34" charset="0"/>
                <a:buChar char="•"/>
                <a:defRPr lang="en-US" sz="1200" kern="1200" dirty="0" smtClean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514600" indent="-228600" algn="l" defTabSz="914400" rtl="0" eaLnBrk="1" latinLnBrk="0" hangingPunct="1">
                <a:lnSpc>
                  <a:spcPct val="150000"/>
                </a:lnSpc>
                <a:spcBef>
                  <a:spcPts val="1000"/>
                </a:spcBef>
                <a:spcAft>
                  <a:spcPts val="1200"/>
                </a:spcAft>
                <a:buFont typeface="Arial" panose="020B0604020202020204" pitchFamily="34" charset="0"/>
                <a:buChar char="•"/>
                <a:defRPr lang="en-US" sz="1200" kern="1200" dirty="0" smtClean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2971800" indent="-228600" algn="l" defTabSz="914400" rtl="0" eaLnBrk="1" latinLnBrk="0" hangingPunct="1">
                <a:lnSpc>
                  <a:spcPct val="150000"/>
                </a:lnSpc>
                <a:spcBef>
                  <a:spcPts val="1000"/>
                </a:spcBef>
                <a:spcAft>
                  <a:spcPts val="1200"/>
                </a:spcAft>
                <a:buFont typeface="Arial" panose="020B0604020202020204" pitchFamily="34" charset="0"/>
                <a:buChar char="•"/>
                <a:defRPr lang="en-US" sz="1200" kern="1200" dirty="0" smtClean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429000" indent="-228600" algn="l" defTabSz="914400" rtl="0" eaLnBrk="1" latinLnBrk="0" hangingPunct="1">
                <a:lnSpc>
                  <a:spcPct val="90000"/>
                </a:lnSpc>
                <a:spcBef>
                  <a:spcPct val="30000"/>
                </a:spcBef>
                <a:buFont typeface="Arial" panose="020B0604020202020204" pitchFamily="34" charset="0"/>
                <a:buNone/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ts val="3600"/>
                </a:lnSpc>
                <a:spcBef>
                  <a:spcPts val="2400"/>
                </a:spcBef>
                <a:spcAft>
                  <a:spcPts val="0"/>
                </a:spcAft>
              </a:pPr>
              <a:endParaRPr lang="en-US" sz="2000" dirty="0">
                <a:latin typeface="Segoe UI Light" panose="020B0502040204020203" pitchFamily="34" charset="0"/>
                <a:cs typeface="Segoe UI Light" panose="020B0502040204020203" pitchFamily="34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893025881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2000">
        <p15:prstTrans prst="drape"/>
      </p:transition>
    </mc:Choice>
    <mc:Fallback xmlns="">
      <p:transition xmlns:p14="http://schemas.microsoft.com/office/powerpoint/2010/main" spd="slow">
        <p:fade/>
      </p:transition>
    </mc:Fallback>
  </mc:AlternateContent>
</p:sld>
</file>

<file path=ppt/theme/theme1.xml><?xml version="1.0" encoding="utf-8"?>
<a:theme xmlns:a="http://schemas.openxmlformats.org/drawingml/2006/main" name="Get Started with 3D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Segoe UI">
      <a:majorFont>
        <a:latin typeface="Segoe UI Light"/>
        <a:ea typeface=""/>
        <a:cs typeface=""/>
      </a:majorFont>
      <a:minorFont>
        <a:latin typeface="Segoe UI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txDef>
      <a:spPr/>
      <a:bodyPr vert="horz" lIns="91440" tIns="45720" rIns="91440" bIns="45720" rtlCol="0">
        <a:noAutofit/>
      </a:bodyPr>
      <a:lstStyle>
        <a:defPPr marL="0" indent="0" algn="l">
          <a:lnSpc>
            <a:spcPts val="1800"/>
          </a:lnSpc>
          <a:spcAft>
            <a:spcPts val="600"/>
          </a:spcAft>
          <a:buNone/>
          <a:defRPr sz="1200" dirty="0" smtClean="0">
            <a:solidFill>
              <a:prstClr val="black">
                <a:lumMod val="75000"/>
                <a:lumOff val="25000"/>
              </a:prstClr>
            </a:solidFill>
            <a:latin typeface="Segoe UI" panose="020B0502040204020203" pitchFamily="34" charset="0"/>
            <a:cs typeface="Segoe UI" panose="020B0502040204020203" pitchFamily="34" charset="0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tf16411177_win32_fixed.potx" id="{2BE36628-40A7-4124-9B03-283680FDB08B}" vid="{1F788C18-5B90-4886-BC26-C8416480C9D4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{F907D767-8024-42A9-9B30-342834B6DC4F}TF1b6f9bfa-769c-4e44-b3db-2615999da08e4eb5ee7a_win32-a6c35a7f46f2</Template>
  <TotalTime>76</TotalTime>
  <Words>222</Words>
  <Application>Microsoft Office PowerPoint</Application>
  <PresentationFormat>Widescreen</PresentationFormat>
  <Paragraphs>46</Paragraphs>
  <Slides>10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6" baseType="lpstr">
      <vt:lpstr>Arial</vt:lpstr>
      <vt:lpstr>Calibri</vt:lpstr>
      <vt:lpstr>Segoe UI</vt:lpstr>
      <vt:lpstr>Segoe UI Light</vt:lpstr>
      <vt:lpstr>Segoe UI Semibold</vt:lpstr>
      <vt:lpstr>Get Started with 3D</vt:lpstr>
      <vt:lpstr>     Market Dynamics:             Flipkart protein </vt:lpstr>
      <vt:lpstr>Protein Market Analysis</vt:lpstr>
      <vt:lpstr> Market Overview</vt:lpstr>
      <vt:lpstr>Market Segmentation</vt:lpstr>
      <vt:lpstr>Key Market Drivers</vt:lpstr>
      <vt:lpstr>Market Challenges</vt:lpstr>
      <vt:lpstr>Competitive Landscape</vt:lpstr>
      <vt:lpstr>Market Trends</vt:lpstr>
      <vt:lpstr>Conclusion</vt:lpstr>
      <vt:lpstr>                 Thank You       I appreciate your time &amp;consideration  for further inquiries , please contact:                      P. Karunya Chowdary 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patibandla.jagruthi8414@gmail.com</dc:creator>
  <cp:lastModifiedBy>patibandla.jagruthi8414@gmail.com</cp:lastModifiedBy>
  <cp:revision>1</cp:revision>
  <dcterms:created xsi:type="dcterms:W3CDTF">2026-01-22T16:05:08Z</dcterms:created>
  <dcterms:modified xsi:type="dcterms:W3CDTF">2026-01-22T17:22:03Z</dcterms:modified>
</cp:coreProperties>
</file>